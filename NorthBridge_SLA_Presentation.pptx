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7657B2-44C7-4A89-8168-423245A74757}" v="2" dt="2026-09-14T19:21:20.6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6" d="100"/>
          <a:sy n="96" d="100"/>
        </p:scale>
        <p:origin x="988" y="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son Onipede" userId="f0b84d9300b3cf8e" providerId="LiveId" clId="{BDEE138C-B68A-4980-8617-4F64A00A7662}"/>
    <pc:docChg chg="undo custSel modSld">
      <pc:chgData name="Samson Onipede" userId="f0b84d9300b3cf8e" providerId="LiveId" clId="{BDEE138C-B68A-4980-8617-4F64A00A7662}" dt="2026-09-14T21:26:08.874" v="126" actId="14100"/>
      <pc:docMkLst>
        <pc:docMk/>
      </pc:docMkLst>
      <pc:sldChg chg="addSp modSp mod setBg addAnim">
        <pc:chgData name="Samson Onipede" userId="f0b84d9300b3cf8e" providerId="LiveId" clId="{BDEE138C-B68A-4980-8617-4F64A00A7662}" dt="2026-09-14T21:24:49.063" v="118" actId="20577"/>
        <pc:sldMkLst>
          <pc:docMk/>
          <pc:sldMk cId="0" sldId="256"/>
        </pc:sldMkLst>
        <pc:spChg chg="mod">
          <ac:chgData name="Samson Onipede" userId="f0b84d9300b3cf8e" providerId="LiveId" clId="{BDEE138C-B68A-4980-8617-4F64A00A7662}" dt="2026-09-14T19:07:27.032" v="29" actId="26606"/>
          <ac:spMkLst>
            <pc:docMk/>
            <pc:sldMk cId="0" sldId="256"/>
            <ac:spMk id="2" creationId="{00000000-0000-0000-0000-000000000000}"/>
          </ac:spMkLst>
        </pc:spChg>
        <pc:spChg chg="mod">
          <ac:chgData name="Samson Onipede" userId="f0b84d9300b3cf8e" providerId="LiveId" clId="{BDEE138C-B68A-4980-8617-4F64A00A7662}" dt="2026-09-14T21:24:49.063" v="118" actId="20577"/>
          <ac:spMkLst>
            <pc:docMk/>
            <pc:sldMk cId="0" sldId="256"/>
            <ac:spMk id="3" creationId="{00000000-0000-0000-0000-000000000000}"/>
          </ac:spMkLst>
        </pc:spChg>
        <pc:spChg chg="add">
          <ac:chgData name="Samson Onipede" userId="f0b84d9300b3cf8e" providerId="LiveId" clId="{BDEE138C-B68A-4980-8617-4F64A00A7662}" dt="2026-09-14T19:07:27.032" v="29" actId="26606"/>
          <ac:spMkLst>
            <pc:docMk/>
            <pc:sldMk cId="0" sldId="256"/>
            <ac:spMk id="8" creationId="{6F5A5072-7B47-4D32-B52A-4EBBF590B8A5}"/>
          </ac:spMkLst>
        </pc:spChg>
        <pc:spChg chg="add">
          <ac:chgData name="Samson Onipede" userId="f0b84d9300b3cf8e" providerId="LiveId" clId="{BDEE138C-B68A-4980-8617-4F64A00A7662}" dt="2026-09-14T19:07:27.032" v="29" actId="26606"/>
          <ac:spMkLst>
            <pc:docMk/>
            <pc:sldMk cId="0" sldId="256"/>
            <ac:spMk id="10" creationId="{9715DAF0-AE1B-46C9-8A6B-DB2AA05AB91D}"/>
          </ac:spMkLst>
        </pc:spChg>
        <pc:spChg chg="add">
          <ac:chgData name="Samson Onipede" userId="f0b84d9300b3cf8e" providerId="LiveId" clId="{BDEE138C-B68A-4980-8617-4F64A00A7662}" dt="2026-09-14T19:07:27.032" v="29" actId="26606"/>
          <ac:spMkLst>
            <pc:docMk/>
            <pc:sldMk cId="0" sldId="256"/>
            <ac:spMk id="12" creationId="{6016219D-510E-4184-9090-6D5578A87BD1}"/>
          </ac:spMkLst>
        </pc:spChg>
        <pc:spChg chg="add">
          <ac:chgData name="Samson Onipede" userId="f0b84d9300b3cf8e" providerId="LiveId" clId="{BDEE138C-B68A-4980-8617-4F64A00A7662}" dt="2026-09-14T19:07:27.032" v="29" actId="26606"/>
          <ac:spMkLst>
            <pc:docMk/>
            <pc:sldMk cId="0" sldId="256"/>
            <ac:spMk id="14" creationId="{AFF4A713-7B75-4B21-90D7-5AB19547C728}"/>
          </ac:spMkLst>
        </pc:spChg>
        <pc:spChg chg="add">
          <ac:chgData name="Samson Onipede" userId="f0b84d9300b3cf8e" providerId="LiveId" clId="{BDEE138C-B68A-4980-8617-4F64A00A7662}" dt="2026-09-14T19:07:27.032" v="29" actId="26606"/>
          <ac:spMkLst>
            <pc:docMk/>
            <pc:sldMk cId="0" sldId="256"/>
            <ac:spMk id="16" creationId="{DC631C0B-6DA6-4E57-8231-CE32B3434A7E}"/>
          </ac:spMkLst>
        </pc:spChg>
        <pc:spChg chg="add">
          <ac:chgData name="Samson Onipede" userId="f0b84d9300b3cf8e" providerId="LiveId" clId="{BDEE138C-B68A-4980-8617-4F64A00A7662}" dt="2026-09-14T19:07:27.032" v="29" actId="26606"/>
          <ac:spMkLst>
            <pc:docMk/>
            <pc:sldMk cId="0" sldId="256"/>
            <ac:spMk id="18" creationId="{C29501E6-A978-4A61-9689-9085AF97A53A}"/>
          </ac:spMkLst>
        </pc:spChg>
      </pc:sldChg>
      <pc:sldChg chg="addSp modSp mod setBg">
        <pc:chgData name="Samson Onipede" userId="f0b84d9300b3cf8e" providerId="LiveId" clId="{BDEE138C-B68A-4980-8617-4F64A00A7662}" dt="2026-09-14T19:07:41.722" v="32" actId="26606"/>
        <pc:sldMkLst>
          <pc:docMk/>
          <pc:sldMk cId="0" sldId="257"/>
        </pc:sldMkLst>
        <pc:spChg chg="mod">
          <ac:chgData name="Samson Onipede" userId="f0b84d9300b3cf8e" providerId="LiveId" clId="{BDEE138C-B68A-4980-8617-4F64A00A7662}" dt="2026-09-14T19:07:41.722" v="32" actId="26606"/>
          <ac:spMkLst>
            <pc:docMk/>
            <pc:sldMk cId="0" sldId="257"/>
            <ac:spMk id="2" creationId="{00000000-0000-0000-0000-000000000000}"/>
          </ac:spMkLst>
        </pc:spChg>
        <pc:spChg chg="mod">
          <ac:chgData name="Samson Onipede" userId="f0b84d9300b3cf8e" providerId="LiveId" clId="{BDEE138C-B68A-4980-8617-4F64A00A7662}" dt="2026-09-14T19:07:41.722" v="32" actId="26606"/>
          <ac:spMkLst>
            <pc:docMk/>
            <pc:sldMk cId="0" sldId="257"/>
            <ac:spMk id="3" creationId="{00000000-0000-0000-0000-000000000000}"/>
          </ac:spMkLst>
        </pc:spChg>
        <pc:spChg chg="add">
          <ac:chgData name="Samson Onipede" userId="f0b84d9300b3cf8e" providerId="LiveId" clId="{BDEE138C-B68A-4980-8617-4F64A00A7662}" dt="2026-09-14T19:07:41.722" v="32" actId="26606"/>
          <ac:spMkLst>
            <pc:docMk/>
            <pc:sldMk cId="0" sldId="257"/>
            <ac:spMk id="8" creationId="{DEE2AD96-B495-4E06-9291-B71706F728CB}"/>
          </ac:spMkLst>
        </pc:spChg>
        <pc:spChg chg="add">
          <ac:chgData name="Samson Onipede" userId="f0b84d9300b3cf8e" providerId="LiveId" clId="{BDEE138C-B68A-4980-8617-4F64A00A7662}" dt="2026-09-14T19:07:41.722" v="32" actId="26606"/>
          <ac:spMkLst>
            <pc:docMk/>
            <pc:sldMk cId="0" sldId="257"/>
            <ac:spMk id="10" creationId="{53CF6D67-C5A8-4ADD-9E8E-1E38CA1D3166}"/>
          </ac:spMkLst>
        </pc:spChg>
        <pc:spChg chg="add">
          <ac:chgData name="Samson Onipede" userId="f0b84d9300b3cf8e" providerId="LiveId" clId="{BDEE138C-B68A-4980-8617-4F64A00A7662}" dt="2026-09-14T19:07:41.722" v="32" actId="26606"/>
          <ac:spMkLst>
            <pc:docMk/>
            <pc:sldMk cId="0" sldId="257"/>
            <ac:spMk id="12" creationId="{86909FA0-B515-4681-B7A8-FA281D133B94}"/>
          </ac:spMkLst>
        </pc:spChg>
        <pc:spChg chg="add">
          <ac:chgData name="Samson Onipede" userId="f0b84d9300b3cf8e" providerId="LiveId" clId="{BDEE138C-B68A-4980-8617-4F64A00A7662}" dt="2026-09-14T19:07:41.722" v="32" actId="26606"/>
          <ac:spMkLst>
            <pc:docMk/>
            <pc:sldMk cId="0" sldId="257"/>
            <ac:spMk id="14" creationId="{21C9FE86-FCC3-4A31-AA1C-C882262B7FE7}"/>
          </ac:spMkLst>
        </pc:spChg>
        <pc:spChg chg="add">
          <ac:chgData name="Samson Onipede" userId="f0b84d9300b3cf8e" providerId="LiveId" clId="{BDEE138C-B68A-4980-8617-4F64A00A7662}" dt="2026-09-14T19:07:41.722" v="32" actId="26606"/>
          <ac:spMkLst>
            <pc:docMk/>
            <pc:sldMk cId="0" sldId="257"/>
            <ac:spMk id="16" creationId="{7D96243B-ECED-4B71-8E06-AE9A285EAD20}"/>
          </ac:spMkLst>
        </pc:spChg>
        <pc:spChg chg="add">
          <ac:chgData name="Samson Onipede" userId="f0b84d9300b3cf8e" providerId="LiveId" clId="{BDEE138C-B68A-4980-8617-4F64A00A7662}" dt="2026-09-14T19:07:41.722" v="32" actId="26606"/>
          <ac:spMkLst>
            <pc:docMk/>
            <pc:sldMk cId="0" sldId="257"/>
            <ac:spMk id="18" creationId="{A09989E4-EFDC-4A90-A633-E0525FB4139E}"/>
          </ac:spMkLst>
        </pc:spChg>
      </pc:sldChg>
      <pc:sldChg chg="addSp modSp mod setBg">
        <pc:chgData name="Samson Onipede" userId="f0b84d9300b3cf8e" providerId="LiveId" clId="{BDEE138C-B68A-4980-8617-4F64A00A7662}" dt="2026-09-14T19:07:51.947" v="33" actId="26606"/>
        <pc:sldMkLst>
          <pc:docMk/>
          <pc:sldMk cId="0" sldId="258"/>
        </pc:sldMkLst>
        <pc:spChg chg="mod">
          <ac:chgData name="Samson Onipede" userId="f0b84d9300b3cf8e" providerId="LiveId" clId="{BDEE138C-B68A-4980-8617-4F64A00A7662}" dt="2026-09-14T19:07:51.947" v="33" actId="26606"/>
          <ac:spMkLst>
            <pc:docMk/>
            <pc:sldMk cId="0" sldId="258"/>
            <ac:spMk id="2" creationId="{00000000-0000-0000-0000-000000000000}"/>
          </ac:spMkLst>
        </pc:spChg>
        <pc:spChg chg="mod">
          <ac:chgData name="Samson Onipede" userId="f0b84d9300b3cf8e" providerId="LiveId" clId="{BDEE138C-B68A-4980-8617-4F64A00A7662}" dt="2026-09-14T19:07:51.947" v="33" actId="26606"/>
          <ac:spMkLst>
            <pc:docMk/>
            <pc:sldMk cId="0" sldId="258"/>
            <ac:spMk id="3" creationId="{00000000-0000-0000-0000-000000000000}"/>
          </ac:spMkLst>
        </pc:spChg>
        <pc:spChg chg="add">
          <ac:chgData name="Samson Onipede" userId="f0b84d9300b3cf8e" providerId="LiveId" clId="{BDEE138C-B68A-4980-8617-4F64A00A7662}" dt="2026-09-14T19:07:51.947" v="33" actId="26606"/>
          <ac:spMkLst>
            <pc:docMk/>
            <pc:sldMk cId="0" sldId="258"/>
            <ac:spMk id="8" creationId="{09588DA8-065E-4F6F-8EFD-43104AB2E0CF}"/>
          </ac:spMkLst>
        </pc:spChg>
        <pc:spChg chg="add">
          <ac:chgData name="Samson Onipede" userId="f0b84d9300b3cf8e" providerId="LiveId" clId="{BDEE138C-B68A-4980-8617-4F64A00A7662}" dt="2026-09-14T19:07:51.947" v="33" actId="26606"/>
          <ac:spMkLst>
            <pc:docMk/>
            <pc:sldMk cId="0" sldId="258"/>
            <ac:spMk id="10" creationId="{C4285719-470E-454C-AF62-8323075F1F5B}"/>
          </ac:spMkLst>
        </pc:spChg>
        <pc:spChg chg="add">
          <ac:chgData name="Samson Onipede" userId="f0b84d9300b3cf8e" providerId="LiveId" clId="{BDEE138C-B68A-4980-8617-4F64A00A7662}" dt="2026-09-14T19:07:51.947" v="33" actId="26606"/>
          <ac:spMkLst>
            <pc:docMk/>
            <pc:sldMk cId="0" sldId="258"/>
            <ac:spMk id="12" creationId="{CD9FE4EF-C4D8-49A0-B2FF-81D8DB7D8A24}"/>
          </ac:spMkLst>
        </pc:spChg>
        <pc:spChg chg="add">
          <ac:chgData name="Samson Onipede" userId="f0b84d9300b3cf8e" providerId="LiveId" clId="{BDEE138C-B68A-4980-8617-4F64A00A7662}" dt="2026-09-14T19:07:51.947" v="33" actId="26606"/>
          <ac:spMkLst>
            <pc:docMk/>
            <pc:sldMk cId="0" sldId="258"/>
            <ac:spMk id="14" creationId="{4300840D-0A0B-4512-BACA-B439D5B9C57C}"/>
          </ac:spMkLst>
        </pc:spChg>
        <pc:spChg chg="add">
          <ac:chgData name="Samson Onipede" userId="f0b84d9300b3cf8e" providerId="LiveId" clId="{BDEE138C-B68A-4980-8617-4F64A00A7662}" dt="2026-09-14T19:07:51.947" v="33" actId="26606"/>
          <ac:spMkLst>
            <pc:docMk/>
            <pc:sldMk cId="0" sldId="258"/>
            <ac:spMk id="16" creationId="{D2B78728-A580-49A7-84F9-6EF6F583ADE0}"/>
          </ac:spMkLst>
        </pc:spChg>
        <pc:spChg chg="add">
          <ac:chgData name="Samson Onipede" userId="f0b84d9300b3cf8e" providerId="LiveId" clId="{BDEE138C-B68A-4980-8617-4F64A00A7662}" dt="2026-09-14T19:07:51.947" v="33" actId="26606"/>
          <ac:spMkLst>
            <pc:docMk/>
            <pc:sldMk cId="0" sldId="258"/>
            <ac:spMk id="18" creationId="{38FAA1A1-D861-433F-88FA-1E9D6FD31D11}"/>
          </ac:spMkLst>
        </pc:spChg>
        <pc:spChg chg="add">
          <ac:chgData name="Samson Onipede" userId="f0b84d9300b3cf8e" providerId="LiveId" clId="{BDEE138C-B68A-4980-8617-4F64A00A7662}" dt="2026-09-14T19:07:51.947" v="33" actId="26606"/>
          <ac:spMkLst>
            <pc:docMk/>
            <pc:sldMk cId="0" sldId="258"/>
            <ac:spMk id="20" creationId="{8D71EDA1-87BF-4D5D-AB79-F346FD19278A}"/>
          </ac:spMkLst>
        </pc:spChg>
      </pc:sldChg>
      <pc:sldChg chg="addSp modSp mod setBg">
        <pc:chgData name="Samson Onipede" userId="f0b84d9300b3cf8e" providerId="LiveId" clId="{BDEE138C-B68A-4980-8617-4F64A00A7662}" dt="2026-09-14T19:08:46.872" v="34" actId="26606"/>
        <pc:sldMkLst>
          <pc:docMk/>
          <pc:sldMk cId="0" sldId="259"/>
        </pc:sldMkLst>
        <pc:spChg chg="mod">
          <ac:chgData name="Samson Onipede" userId="f0b84d9300b3cf8e" providerId="LiveId" clId="{BDEE138C-B68A-4980-8617-4F64A00A7662}" dt="2026-09-14T19:08:46.872" v="34" actId="26606"/>
          <ac:spMkLst>
            <pc:docMk/>
            <pc:sldMk cId="0" sldId="259"/>
            <ac:spMk id="2" creationId="{00000000-0000-0000-0000-000000000000}"/>
          </ac:spMkLst>
        </pc:spChg>
        <pc:spChg chg="mod">
          <ac:chgData name="Samson Onipede" userId="f0b84d9300b3cf8e" providerId="LiveId" clId="{BDEE138C-B68A-4980-8617-4F64A00A7662}" dt="2026-09-14T19:08:46.872" v="34" actId="26606"/>
          <ac:spMkLst>
            <pc:docMk/>
            <pc:sldMk cId="0" sldId="259"/>
            <ac:spMk id="3" creationId="{00000000-0000-0000-0000-000000000000}"/>
          </ac:spMkLst>
        </pc:spChg>
        <pc:spChg chg="add">
          <ac:chgData name="Samson Onipede" userId="f0b84d9300b3cf8e" providerId="LiveId" clId="{BDEE138C-B68A-4980-8617-4F64A00A7662}" dt="2026-09-14T19:08:46.872" v="34" actId="26606"/>
          <ac:spMkLst>
            <pc:docMk/>
            <pc:sldMk cId="0" sldId="259"/>
            <ac:spMk id="8" creationId="{09588DA8-065E-4F6F-8EFD-43104AB2E0CF}"/>
          </ac:spMkLst>
        </pc:spChg>
        <pc:spChg chg="add">
          <ac:chgData name="Samson Onipede" userId="f0b84d9300b3cf8e" providerId="LiveId" clId="{BDEE138C-B68A-4980-8617-4F64A00A7662}" dt="2026-09-14T19:08:46.872" v="34" actId="26606"/>
          <ac:spMkLst>
            <pc:docMk/>
            <pc:sldMk cId="0" sldId="259"/>
            <ac:spMk id="10" creationId="{C4285719-470E-454C-AF62-8323075F1F5B}"/>
          </ac:spMkLst>
        </pc:spChg>
        <pc:spChg chg="add">
          <ac:chgData name="Samson Onipede" userId="f0b84d9300b3cf8e" providerId="LiveId" clId="{BDEE138C-B68A-4980-8617-4F64A00A7662}" dt="2026-09-14T19:08:46.872" v="34" actId="26606"/>
          <ac:spMkLst>
            <pc:docMk/>
            <pc:sldMk cId="0" sldId="259"/>
            <ac:spMk id="12" creationId="{CD9FE4EF-C4D8-49A0-B2FF-81D8DB7D8A24}"/>
          </ac:spMkLst>
        </pc:spChg>
        <pc:spChg chg="add">
          <ac:chgData name="Samson Onipede" userId="f0b84d9300b3cf8e" providerId="LiveId" clId="{BDEE138C-B68A-4980-8617-4F64A00A7662}" dt="2026-09-14T19:08:46.872" v="34" actId="26606"/>
          <ac:spMkLst>
            <pc:docMk/>
            <pc:sldMk cId="0" sldId="259"/>
            <ac:spMk id="14" creationId="{4300840D-0A0B-4512-BACA-B439D5B9C57C}"/>
          </ac:spMkLst>
        </pc:spChg>
        <pc:spChg chg="add">
          <ac:chgData name="Samson Onipede" userId="f0b84d9300b3cf8e" providerId="LiveId" clId="{BDEE138C-B68A-4980-8617-4F64A00A7662}" dt="2026-09-14T19:08:46.872" v="34" actId="26606"/>
          <ac:spMkLst>
            <pc:docMk/>
            <pc:sldMk cId="0" sldId="259"/>
            <ac:spMk id="16" creationId="{D2B78728-A580-49A7-84F9-6EF6F583ADE0}"/>
          </ac:spMkLst>
        </pc:spChg>
        <pc:spChg chg="add">
          <ac:chgData name="Samson Onipede" userId="f0b84d9300b3cf8e" providerId="LiveId" clId="{BDEE138C-B68A-4980-8617-4F64A00A7662}" dt="2026-09-14T19:08:46.872" v="34" actId="26606"/>
          <ac:spMkLst>
            <pc:docMk/>
            <pc:sldMk cId="0" sldId="259"/>
            <ac:spMk id="18" creationId="{38FAA1A1-D861-433F-88FA-1E9D6FD31D11}"/>
          </ac:spMkLst>
        </pc:spChg>
        <pc:spChg chg="add">
          <ac:chgData name="Samson Onipede" userId="f0b84d9300b3cf8e" providerId="LiveId" clId="{BDEE138C-B68A-4980-8617-4F64A00A7662}" dt="2026-09-14T19:08:46.872" v="34" actId="26606"/>
          <ac:spMkLst>
            <pc:docMk/>
            <pc:sldMk cId="0" sldId="259"/>
            <ac:spMk id="20" creationId="{8D71EDA1-87BF-4D5D-AB79-F346FD19278A}"/>
          </ac:spMkLst>
        </pc:spChg>
      </pc:sldChg>
      <pc:sldChg chg="addSp modSp mod setBg">
        <pc:chgData name="Samson Onipede" userId="f0b84d9300b3cf8e" providerId="LiveId" clId="{BDEE138C-B68A-4980-8617-4F64A00A7662}" dt="2026-09-14T19:09:21.093" v="39" actId="255"/>
        <pc:sldMkLst>
          <pc:docMk/>
          <pc:sldMk cId="0" sldId="260"/>
        </pc:sldMkLst>
        <pc:spChg chg="mod">
          <ac:chgData name="Samson Onipede" userId="f0b84d9300b3cf8e" providerId="LiveId" clId="{BDEE138C-B68A-4980-8617-4F64A00A7662}" dt="2026-09-14T19:09:02.292" v="35" actId="26606"/>
          <ac:spMkLst>
            <pc:docMk/>
            <pc:sldMk cId="0" sldId="260"/>
            <ac:spMk id="2" creationId="{00000000-0000-0000-0000-000000000000}"/>
          </ac:spMkLst>
        </pc:spChg>
        <pc:spChg chg="mod ord">
          <ac:chgData name="Samson Onipede" userId="f0b84d9300b3cf8e" providerId="LiveId" clId="{BDEE138C-B68A-4980-8617-4F64A00A7662}" dt="2026-09-14T19:09:21.093" v="39" actId="255"/>
          <ac:spMkLst>
            <pc:docMk/>
            <pc:sldMk cId="0" sldId="260"/>
            <ac:spMk id="3" creationId="{00000000-0000-0000-0000-000000000000}"/>
          </ac:spMkLst>
        </pc:spChg>
        <pc:spChg chg="add">
          <ac:chgData name="Samson Onipede" userId="f0b84d9300b3cf8e" providerId="LiveId" clId="{BDEE138C-B68A-4980-8617-4F64A00A7662}" dt="2026-09-14T19:09:02.292" v="35" actId="26606"/>
          <ac:spMkLst>
            <pc:docMk/>
            <pc:sldMk cId="0" sldId="260"/>
            <ac:spMk id="10" creationId="{2596F992-698C-48C0-9D89-70DA4CE927EF}"/>
          </ac:spMkLst>
        </pc:spChg>
        <pc:spChg chg="add">
          <ac:chgData name="Samson Onipede" userId="f0b84d9300b3cf8e" providerId="LiveId" clId="{BDEE138C-B68A-4980-8617-4F64A00A7662}" dt="2026-09-14T19:09:02.292" v="35" actId="26606"/>
          <ac:spMkLst>
            <pc:docMk/>
            <pc:sldMk cId="0" sldId="260"/>
            <ac:spMk id="12" creationId="{E7BFF8DC-0AE7-4AD2-9B28-2E5F26D62C30}"/>
          </ac:spMkLst>
        </pc:spChg>
        <pc:spChg chg="add">
          <ac:chgData name="Samson Onipede" userId="f0b84d9300b3cf8e" providerId="LiveId" clId="{BDEE138C-B68A-4980-8617-4F64A00A7662}" dt="2026-09-14T19:09:02.292" v="35" actId="26606"/>
          <ac:spMkLst>
            <pc:docMk/>
            <pc:sldMk cId="0" sldId="260"/>
            <ac:spMk id="14" creationId="{7E0162AD-C6E5-4BF8-A453-76ADB36877D3}"/>
          </ac:spMkLst>
        </pc:spChg>
        <pc:picChg chg="add mod">
          <ac:chgData name="Samson Onipede" userId="f0b84d9300b3cf8e" providerId="LiveId" clId="{BDEE138C-B68A-4980-8617-4F64A00A7662}" dt="2026-09-14T19:09:02.292" v="35" actId="26606"/>
          <ac:picMkLst>
            <pc:docMk/>
            <pc:sldMk cId="0" sldId="260"/>
            <ac:picMk id="5" creationId="{7DB57D1F-2E63-6619-C3CC-9CE74649FDAF}"/>
          </ac:picMkLst>
        </pc:picChg>
      </pc:sldChg>
      <pc:sldChg chg="addSp delSp modSp mod setBg">
        <pc:chgData name="Samson Onipede" userId="f0b84d9300b3cf8e" providerId="LiveId" clId="{BDEE138C-B68A-4980-8617-4F64A00A7662}" dt="2026-09-14T19:09:49.962" v="42" actId="255"/>
        <pc:sldMkLst>
          <pc:docMk/>
          <pc:sldMk cId="0" sldId="261"/>
        </pc:sldMkLst>
        <pc:spChg chg="mod">
          <ac:chgData name="Samson Onipede" userId="f0b84d9300b3cf8e" providerId="LiveId" clId="{BDEE138C-B68A-4980-8617-4F64A00A7662}" dt="2026-09-14T19:09:34.571" v="40" actId="26606"/>
          <ac:spMkLst>
            <pc:docMk/>
            <pc:sldMk cId="0" sldId="261"/>
            <ac:spMk id="2" creationId="{00000000-0000-0000-0000-000000000000}"/>
          </ac:spMkLst>
        </pc:spChg>
        <pc:spChg chg="mod ord">
          <ac:chgData name="Samson Onipede" userId="f0b84d9300b3cf8e" providerId="LiveId" clId="{BDEE138C-B68A-4980-8617-4F64A00A7662}" dt="2026-09-14T19:09:49.962" v="42" actId="255"/>
          <ac:spMkLst>
            <pc:docMk/>
            <pc:sldMk cId="0" sldId="261"/>
            <ac:spMk id="3" creationId="{00000000-0000-0000-0000-000000000000}"/>
          </ac:spMkLst>
        </pc:spChg>
        <pc:spChg chg="add del">
          <ac:chgData name="Samson Onipede" userId="f0b84d9300b3cf8e" providerId="LiveId" clId="{BDEE138C-B68A-4980-8617-4F64A00A7662}" dt="2026-09-14T19:09:34.571" v="40" actId="26606"/>
          <ac:spMkLst>
            <pc:docMk/>
            <pc:sldMk cId="0" sldId="261"/>
            <ac:spMk id="10" creationId="{2B97F24A-32CE-4C1C-A50D-3016B394DCFB}"/>
          </ac:spMkLst>
        </pc:spChg>
        <pc:spChg chg="add del">
          <ac:chgData name="Samson Onipede" userId="f0b84d9300b3cf8e" providerId="LiveId" clId="{BDEE138C-B68A-4980-8617-4F64A00A7662}" dt="2026-09-14T19:09:34.571" v="40" actId="26606"/>
          <ac:spMkLst>
            <pc:docMk/>
            <pc:sldMk cId="0" sldId="261"/>
            <ac:spMk id="12" creationId="{CD8B4F24-440B-49E9-B85D-733523DC064B}"/>
          </ac:spMkLst>
        </pc:spChg>
        <pc:spChg chg="add">
          <ac:chgData name="Samson Onipede" userId="f0b84d9300b3cf8e" providerId="LiveId" clId="{BDEE138C-B68A-4980-8617-4F64A00A7662}" dt="2026-09-14T19:09:34.571" v="40" actId="26606"/>
          <ac:spMkLst>
            <pc:docMk/>
            <pc:sldMk cId="0" sldId="261"/>
            <ac:spMk id="17" creationId="{2596F992-698C-48C0-9D89-70DA4CE927EF}"/>
          </ac:spMkLst>
        </pc:spChg>
        <pc:spChg chg="add">
          <ac:chgData name="Samson Onipede" userId="f0b84d9300b3cf8e" providerId="LiveId" clId="{BDEE138C-B68A-4980-8617-4F64A00A7662}" dt="2026-09-14T19:09:34.571" v="40" actId="26606"/>
          <ac:spMkLst>
            <pc:docMk/>
            <pc:sldMk cId="0" sldId="261"/>
            <ac:spMk id="19" creationId="{E7BFF8DC-0AE7-4AD2-9B28-2E5F26D62C30}"/>
          </ac:spMkLst>
        </pc:spChg>
        <pc:spChg chg="add">
          <ac:chgData name="Samson Onipede" userId="f0b84d9300b3cf8e" providerId="LiveId" clId="{BDEE138C-B68A-4980-8617-4F64A00A7662}" dt="2026-09-14T19:09:34.571" v="40" actId="26606"/>
          <ac:spMkLst>
            <pc:docMk/>
            <pc:sldMk cId="0" sldId="261"/>
            <ac:spMk id="21" creationId="{7E0162AD-C6E5-4BF8-A453-76ADB36877D3}"/>
          </ac:spMkLst>
        </pc:spChg>
        <pc:picChg chg="add mod">
          <ac:chgData name="Samson Onipede" userId="f0b84d9300b3cf8e" providerId="LiveId" clId="{BDEE138C-B68A-4980-8617-4F64A00A7662}" dt="2026-09-14T19:09:34.571" v="40" actId="26606"/>
          <ac:picMkLst>
            <pc:docMk/>
            <pc:sldMk cId="0" sldId="261"/>
            <ac:picMk id="5" creationId="{A560B95E-A9D0-106B-531E-4294F8302D07}"/>
          </ac:picMkLst>
        </pc:picChg>
      </pc:sldChg>
      <pc:sldChg chg="addSp delSp modSp mod setBg">
        <pc:chgData name="Samson Onipede" userId="f0b84d9300b3cf8e" providerId="LiveId" clId="{BDEE138C-B68A-4980-8617-4F64A00A7662}" dt="2026-09-14T19:10:14.441" v="45" actId="255"/>
        <pc:sldMkLst>
          <pc:docMk/>
          <pc:sldMk cId="0" sldId="262"/>
        </pc:sldMkLst>
        <pc:spChg chg="mod">
          <ac:chgData name="Samson Onipede" userId="f0b84d9300b3cf8e" providerId="LiveId" clId="{BDEE138C-B68A-4980-8617-4F64A00A7662}" dt="2026-09-14T19:10:01.370" v="43" actId="26606"/>
          <ac:spMkLst>
            <pc:docMk/>
            <pc:sldMk cId="0" sldId="262"/>
            <ac:spMk id="2" creationId="{00000000-0000-0000-0000-000000000000}"/>
          </ac:spMkLst>
        </pc:spChg>
        <pc:spChg chg="mod ord">
          <ac:chgData name="Samson Onipede" userId="f0b84d9300b3cf8e" providerId="LiveId" clId="{BDEE138C-B68A-4980-8617-4F64A00A7662}" dt="2026-09-14T19:10:14.441" v="45" actId="255"/>
          <ac:spMkLst>
            <pc:docMk/>
            <pc:sldMk cId="0" sldId="262"/>
            <ac:spMk id="3" creationId="{00000000-0000-0000-0000-000000000000}"/>
          </ac:spMkLst>
        </pc:spChg>
        <pc:spChg chg="add del">
          <ac:chgData name="Samson Onipede" userId="f0b84d9300b3cf8e" providerId="LiveId" clId="{BDEE138C-B68A-4980-8617-4F64A00A7662}" dt="2026-09-14T19:10:01.370" v="43" actId="26606"/>
          <ac:spMkLst>
            <pc:docMk/>
            <pc:sldMk cId="0" sldId="262"/>
            <ac:spMk id="10" creationId="{F13C74B1-5B17-4795-BED0-7140497B445A}"/>
          </ac:spMkLst>
        </pc:spChg>
        <pc:spChg chg="add del">
          <ac:chgData name="Samson Onipede" userId="f0b84d9300b3cf8e" providerId="LiveId" clId="{BDEE138C-B68A-4980-8617-4F64A00A7662}" dt="2026-09-14T19:10:01.370" v="43" actId="26606"/>
          <ac:spMkLst>
            <pc:docMk/>
            <pc:sldMk cId="0" sldId="262"/>
            <ac:spMk id="12" creationId="{D4974D33-8DC5-464E-8C6D-BE58F0669C17}"/>
          </ac:spMkLst>
        </pc:spChg>
        <pc:spChg chg="add">
          <ac:chgData name="Samson Onipede" userId="f0b84d9300b3cf8e" providerId="LiveId" clId="{BDEE138C-B68A-4980-8617-4F64A00A7662}" dt="2026-09-14T19:10:01.370" v="43" actId="26606"/>
          <ac:spMkLst>
            <pc:docMk/>
            <pc:sldMk cId="0" sldId="262"/>
            <ac:spMk id="17" creationId="{2596F992-698C-48C0-9D89-70DA4CE927EF}"/>
          </ac:spMkLst>
        </pc:spChg>
        <pc:spChg chg="add">
          <ac:chgData name="Samson Onipede" userId="f0b84d9300b3cf8e" providerId="LiveId" clId="{BDEE138C-B68A-4980-8617-4F64A00A7662}" dt="2026-09-14T19:10:01.370" v="43" actId="26606"/>
          <ac:spMkLst>
            <pc:docMk/>
            <pc:sldMk cId="0" sldId="262"/>
            <ac:spMk id="19" creationId="{E7BFF8DC-0AE7-4AD2-9B28-2E5F26D62C30}"/>
          </ac:spMkLst>
        </pc:spChg>
        <pc:spChg chg="add">
          <ac:chgData name="Samson Onipede" userId="f0b84d9300b3cf8e" providerId="LiveId" clId="{BDEE138C-B68A-4980-8617-4F64A00A7662}" dt="2026-09-14T19:10:01.370" v="43" actId="26606"/>
          <ac:spMkLst>
            <pc:docMk/>
            <pc:sldMk cId="0" sldId="262"/>
            <ac:spMk id="21" creationId="{7E0162AD-C6E5-4BF8-A453-76ADB36877D3}"/>
          </ac:spMkLst>
        </pc:spChg>
        <pc:picChg chg="add mod">
          <ac:chgData name="Samson Onipede" userId="f0b84d9300b3cf8e" providerId="LiveId" clId="{BDEE138C-B68A-4980-8617-4F64A00A7662}" dt="2026-09-14T19:10:01.370" v="43" actId="26606"/>
          <ac:picMkLst>
            <pc:docMk/>
            <pc:sldMk cId="0" sldId="262"/>
            <ac:picMk id="5" creationId="{FC9BE366-64E9-344D-C65A-2010CDE0A8CD}"/>
          </ac:picMkLst>
        </pc:picChg>
      </pc:sldChg>
      <pc:sldChg chg="addSp delSp modSp mod setBg">
        <pc:chgData name="Samson Onipede" userId="f0b84d9300b3cf8e" providerId="LiveId" clId="{BDEE138C-B68A-4980-8617-4F64A00A7662}" dt="2026-09-14T19:10:41.999" v="51" actId="27636"/>
        <pc:sldMkLst>
          <pc:docMk/>
          <pc:sldMk cId="0" sldId="263"/>
        </pc:sldMkLst>
        <pc:spChg chg="mod">
          <ac:chgData name="Samson Onipede" userId="f0b84d9300b3cf8e" providerId="LiveId" clId="{BDEE138C-B68A-4980-8617-4F64A00A7662}" dt="2026-09-14T19:10:28.431" v="48" actId="26606"/>
          <ac:spMkLst>
            <pc:docMk/>
            <pc:sldMk cId="0" sldId="263"/>
            <ac:spMk id="2" creationId="{00000000-0000-0000-0000-000000000000}"/>
          </ac:spMkLst>
        </pc:spChg>
        <pc:spChg chg="mod ord">
          <ac:chgData name="Samson Onipede" userId="f0b84d9300b3cf8e" providerId="LiveId" clId="{BDEE138C-B68A-4980-8617-4F64A00A7662}" dt="2026-09-14T19:10:41.999" v="51" actId="27636"/>
          <ac:spMkLst>
            <pc:docMk/>
            <pc:sldMk cId="0" sldId="263"/>
            <ac:spMk id="3" creationId="{00000000-0000-0000-0000-000000000000}"/>
          </ac:spMkLst>
        </pc:spChg>
        <pc:spChg chg="add del">
          <ac:chgData name="Samson Onipede" userId="f0b84d9300b3cf8e" providerId="LiveId" clId="{BDEE138C-B68A-4980-8617-4F64A00A7662}" dt="2026-09-14T19:10:28.431" v="48" actId="26606"/>
          <ac:spMkLst>
            <pc:docMk/>
            <pc:sldMk cId="0" sldId="263"/>
            <ac:spMk id="10" creationId="{B1595A09-E336-4D1B-9B3A-06A2287A54E2}"/>
          </ac:spMkLst>
        </pc:spChg>
        <pc:spChg chg="add del">
          <ac:chgData name="Samson Onipede" userId="f0b84d9300b3cf8e" providerId="LiveId" clId="{BDEE138C-B68A-4980-8617-4F64A00A7662}" dt="2026-09-14T19:10:28.431" v="48" actId="26606"/>
          <ac:spMkLst>
            <pc:docMk/>
            <pc:sldMk cId="0" sldId="263"/>
            <ac:spMk id="12" creationId="{3540989C-C7B8-473B-BF87-6F2DA6A90006}"/>
          </ac:spMkLst>
        </pc:spChg>
        <pc:spChg chg="add del">
          <ac:chgData name="Samson Onipede" userId="f0b84d9300b3cf8e" providerId="LiveId" clId="{BDEE138C-B68A-4980-8617-4F64A00A7662}" dt="2026-09-14T19:10:28.407" v="47" actId="26606"/>
          <ac:spMkLst>
            <pc:docMk/>
            <pc:sldMk cId="0" sldId="263"/>
            <ac:spMk id="17" creationId="{2596F992-698C-48C0-9D89-70DA4CE927EF}"/>
          </ac:spMkLst>
        </pc:spChg>
        <pc:spChg chg="add del">
          <ac:chgData name="Samson Onipede" userId="f0b84d9300b3cf8e" providerId="LiveId" clId="{BDEE138C-B68A-4980-8617-4F64A00A7662}" dt="2026-09-14T19:10:28.407" v="47" actId="26606"/>
          <ac:spMkLst>
            <pc:docMk/>
            <pc:sldMk cId="0" sldId="263"/>
            <ac:spMk id="19" creationId="{E7BFF8DC-0AE7-4AD2-9B28-2E5F26D62C30}"/>
          </ac:spMkLst>
        </pc:spChg>
        <pc:spChg chg="add del">
          <ac:chgData name="Samson Onipede" userId="f0b84d9300b3cf8e" providerId="LiveId" clId="{BDEE138C-B68A-4980-8617-4F64A00A7662}" dt="2026-09-14T19:10:28.407" v="47" actId="26606"/>
          <ac:spMkLst>
            <pc:docMk/>
            <pc:sldMk cId="0" sldId="263"/>
            <ac:spMk id="21" creationId="{7E0162AD-C6E5-4BF8-A453-76ADB36877D3}"/>
          </ac:spMkLst>
        </pc:spChg>
        <pc:spChg chg="add">
          <ac:chgData name="Samson Onipede" userId="f0b84d9300b3cf8e" providerId="LiveId" clId="{BDEE138C-B68A-4980-8617-4F64A00A7662}" dt="2026-09-14T19:10:28.431" v="48" actId="26606"/>
          <ac:spMkLst>
            <pc:docMk/>
            <pc:sldMk cId="0" sldId="263"/>
            <ac:spMk id="23" creationId="{C681C32C-7AFC-4BB3-9088-65CBDFC5D1C2}"/>
          </ac:spMkLst>
        </pc:spChg>
        <pc:spChg chg="add">
          <ac:chgData name="Samson Onipede" userId="f0b84d9300b3cf8e" providerId="LiveId" clId="{BDEE138C-B68A-4980-8617-4F64A00A7662}" dt="2026-09-14T19:10:28.431" v="48" actId="26606"/>
          <ac:spMkLst>
            <pc:docMk/>
            <pc:sldMk cId="0" sldId="263"/>
            <ac:spMk id="24" creationId="{199C0ED0-69DE-4C31-A5CF-E2A46FD30226}"/>
          </ac:spMkLst>
        </pc:spChg>
        <pc:spChg chg="add">
          <ac:chgData name="Samson Onipede" userId="f0b84d9300b3cf8e" providerId="LiveId" clId="{BDEE138C-B68A-4980-8617-4F64A00A7662}" dt="2026-09-14T19:10:28.431" v="48" actId="26606"/>
          <ac:spMkLst>
            <pc:docMk/>
            <pc:sldMk cId="0" sldId="263"/>
            <ac:spMk id="25" creationId="{8D42B8BD-40AF-488E-8A79-D7256C917229}"/>
          </ac:spMkLst>
        </pc:spChg>
        <pc:picChg chg="add mod">
          <ac:chgData name="Samson Onipede" userId="f0b84d9300b3cf8e" providerId="LiveId" clId="{BDEE138C-B68A-4980-8617-4F64A00A7662}" dt="2026-09-14T19:10:28.431" v="48" actId="26606"/>
          <ac:picMkLst>
            <pc:docMk/>
            <pc:sldMk cId="0" sldId="263"/>
            <ac:picMk id="5" creationId="{C9EABFEE-43E8-C949-507B-3401FD58BD9A}"/>
          </ac:picMkLst>
        </pc:picChg>
      </pc:sldChg>
      <pc:sldChg chg="addSp modSp mod setBg">
        <pc:chgData name="Samson Onipede" userId="f0b84d9300b3cf8e" providerId="LiveId" clId="{BDEE138C-B68A-4980-8617-4F64A00A7662}" dt="2026-09-14T21:22:51.795" v="109" actId="1076"/>
        <pc:sldMkLst>
          <pc:docMk/>
          <pc:sldMk cId="0" sldId="264"/>
        </pc:sldMkLst>
        <pc:spChg chg="mod">
          <ac:chgData name="Samson Onipede" userId="f0b84d9300b3cf8e" providerId="LiveId" clId="{BDEE138C-B68A-4980-8617-4F64A00A7662}" dt="2026-09-14T19:11:59.867" v="54" actId="26606"/>
          <ac:spMkLst>
            <pc:docMk/>
            <pc:sldMk cId="0" sldId="264"/>
            <ac:spMk id="2" creationId="{00000000-0000-0000-0000-000000000000}"/>
          </ac:spMkLst>
        </pc:spChg>
        <pc:spChg chg="mod ord">
          <ac:chgData name="Samson Onipede" userId="f0b84d9300b3cf8e" providerId="LiveId" clId="{BDEE138C-B68A-4980-8617-4F64A00A7662}" dt="2026-09-14T19:12:22.491" v="56" actId="255"/>
          <ac:spMkLst>
            <pc:docMk/>
            <pc:sldMk cId="0" sldId="264"/>
            <ac:spMk id="3" creationId="{00000000-0000-0000-0000-000000000000}"/>
          </ac:spMkLst>
        </pc:spChg>
        <pc:spChg chg="add">
          <ac:chgData name="Samson Onipede" userId="f0b84d9300b3cf8e" providerId="LiveId" clId="{BDEE138C-B68A-4980-8617-4F64A00A7662}" dt="2026-09-14T19:11:59.867" v="54" actId="26606"/>
          <ac:spMkLst>
            <pc:docMk/>
            <pc:sldMk cId="0" sldId="264"/>
            <ac:spMk id="10" creationId="{C681C32C-7AFC-4BB3-9088-65CBDFC5D1C2}"/>
          </ac:spMkLst>
        </pc:spChg>
        <pc:spChg chg="add">
          <ac:chgData name="Samson Onipede" userId="f0b84d9300b3cf8e" providerId="LiveId" clId="{BDEE138C-B68A-4980-8617-4F64A00A7662}" dt="2026-09-14T19:11:59.867" v="54" actId="26606"/>
          <ac:spMkLst>
            <pc:docMk/>
            <pc:sldMk cId="0" sldId="264"/>
            <ac:spMk id="12" creationId="{199C0ED0-69DE-4C31-A5CF-E2A46FD30226}"/>
          </ac:spMkLst>
        </pc:spChg>
        <pc:spChg chg="add">
          <ac:chgData name="Samson Onipede" userId="f0b84d9300b3cf8e" providerId="LiveId" clId="{BDEE138C-B68A-4980-8617-4F64A00A7662}" dt="2026-09-14T19:11:59.867" v="54" actId="26606"/>
          <ac:spMkLst>
            <pc:docMk/>
            <pc:sldMk cId="0" sldId="264"/>
            <ac:spMk id="14" creationId="{8D42B8BD-40AF-488E-8A79-D7256C917229}"/>
          </ac:spMkLst>
        </pc:spChg>
        <pc:picChg chg="add mod">
          <ac:chgData name="Samson Onipede" userId="f0b84d9300b3cf8e" providerId="LiveId" clId="{BDEE138C-B68A-4980-8617-4F64A00A7662}" dt="2026-09-14T21:22:51.795" v="109" actId="1076"/>
          <ac:picMkLst>
            <pc:docMk/>
            <pc:sldMk cId="0" sldId="264"/>
            <ac:picMk id="5" creationId="{AE2AEF5B-E6DF-5881-A371-1D6FC8F93357}"/>
          </ac:picMkLst>
        </pc:picChg>
      </pc:sldChg>
      <pc:sldChg chg="addSp delSp modSp mod setBg">
        <pc:chgData name="Samson Onipede" userId="f0b84d9300b3cf8e" providerId="LiveId" clId="{BDEE138C-B68A-4980-8617-4F64A00A7662}" dt="2026-09-14T21:23:49.821" v="110" actId="1076"/>
        <pc:sldMkLst>
          <pc:docMk/>
          <pc:sldMk cId="0" sldId="265"/>
        </pc:sldMkLst>
        <pc:spChg chg="mod">
          <ac:chgData name="Samson Onipede" userId="f0b84d9300b3cf8e" providerId="LiveId" clId="{BDEE138C-B68A-4980-8617-4F64A00A7662}" dt="2026-09-14T19:15:32.933" v="59" actId="26606"/>
          <ac:spMkLst>
            <pc:docMk/>
            <pc:sldMk cId="0" sldId="265"/>
            <ac:spMk id="2" creationId="{00000000-0000-0000-0000-000000000000}"/>
          </ac:spMkLst>
        </pc:spChg>
        <pc:spChg chg="mod ord">
          <ac:chgData name="Samson Onipede" userId="f0b84d9300b3cf8e" providerId="LiveId" clId="{BDEE138C-B68A-4980-8617-4F64A00A7662}" dt="2026-09-14T19:15:57.741" v="67" actId="255"/>
          <ac:spMkLst>
            <pc:docMk/>
            <pc:sldMk cId="0" sldId="265"/>
            <ac:spMk id="3" creationId="{00000000-0000-0000-0000-000000000000}"/>
          </ac:spMkLst>
        </pc:spChg>
        <pc:spChg chg="add del mod">
          <ac:chgData name="Samson Onipede" userId="f0b84d9300b3cf8e" providerId="LiveId" clId="{BDEE138C-B68A-4980-8617-4F64A00A7662}" dt="2026-09-14T19:15:59.613" v="69"/>
          <ac:spMkLst>
            <pc:docMk/>
            <pc:sldMk cId="0" sldId="265"/>
            <ac:spMk id="6" creationId="{6267F70B-A18F-8995-16F1-0CBF2029DB3D}"/>
          </ac:spMkLst>
        </pc:spChg>
        <pc:spChg chg="add">
          <ac:chgData name="Samson Onipede" userId="f0b84d9300b3cf8e" providerId="LiveId" clId="{BDEE138C-B68A-4980-8617-4F64A00A7662}" dt="2026-09-14T19:15:32.933" v="59" actId="26606"/>
          <ac:spMkLst>
            <pc:docMk/>
            <pc:sldMk cId="0" sldId="265"/>
            <ac:spMk id="10" creationId="{C681C32C-7AFC-4BB3-9088-65CBDFC5D1C2}"/>
          </ac:spMkLst>
        </pc:spChg>
        <pc:spChg chg="add">
          <ac:chgData name="Samson Onipede" userId="f0b84d9300b3cf8e" providerId="LiveId" clId="{BDEE138C-B68A-4980-8617-4F64A00A7662}" dt="2026-09-14T19:15:32.933" v="59" actId="26606"/>
          <ac:spMkLst>
            <pc:docMk/>
            <pc:sldMk cId="0" sldId="265"/>
            <ac:spMk id="12" creationId="{199C0ED0-69DE-4C31-A5CF-E2A46FD30226}"/>
          </ac:spMkLst>
        </pc:spChg>
        <pc:spChg chg="add">
          <ac:chgData name="Samson Onipede" userId="f0b84d9300b3cf8e" providerId="LiveId" clId="{BDEE138C-B68A-4980-8617-4F64A00A7662}" dt="2026-09-14T19:15:32.933" v="59" actId="26606"/>
          <ac:spMkLst>
            <pc:docMk/>
            <pc:sldMk cId="0" sldId="265"/>
            <ac:spMk id="14" creationId="{8D42B8BD-40AF-488E-8A79-D7256C917229}"/>
          </ac:spMkLst>
        </pc:spChg>
        <pc:picChg chg="add mod">
          <ac:chgData name="Samson Onipede" userId="f0b84d9300b3cf8e" providerId="LiveId" clId="{BDEE138C-B68A-4980-8617-4F64A00A7662}" dt="2026-09-14T21:23:49.821" v="110" actId="1076"/>
          <ac:picMkLst>
            <pc:docMk/>
            <pc:sldMk cId="0" sldId="265"/>
            <ac:picMk id="5" creationId="{6DE4CDEF-3C95-B541-1C85-1B1363D1EDF8}"/>
          </ac:picMkLst>
        </pc:picChg>
      </pc:sldChg>
      <pc:sldChg chg="addSp delSp modSp mod setBg">
        <pc:chgData name="Samson Onipede" userId="f0b84d9300b3cf8e" providerId="LiveId" clId="{BDEE138C-B68A-4980-8617-4F64A00A7662}" dt="2026-09-14T21:25:49.452" v="122" actId="14100"/>
        <pc:sldMkLst>
          <pc:docMk/>
          <pc:sldMk cId="0" sldId="266"/>
        </pc:sldMkLst>
        <pc:spChg chg="mod">
          <ac:chgData name="Samson Onipede" userId="f0b84d9300b3cf8e" providerId="LiveId" clId="{BDEE138C-B68A-4980-8617-4F64A00A7662}" dt="2026-09-14T19:16:31.865" v="74" actId="26606"/>
          <ac:spMkLst>
            <pc:docMk/>
            <pc:sldMk cId="0" sldId="266"/>
            <ac:spMk id="2" creationId="{00000000-0000-0000-0000-000000000000}"/>
          </ac:spMkLst>
        </pc:spChg>
        <pc:spChg chg="mod">
          <ac:chgData name="Samson Onipede" userId="f0b84d9300b3cf8e" providerId="LiveId" clId="{BDEE138C-B68A-4980-8617-4F64A00A7662}" dt="2026-09-14T19:16:36.054" v="75" actId="6549"/>
          <ac:spMkLst>
            <pc:docMk/>
            <pc:sldMk cId="0" sldId="266"/>
            <ac:spMk id="3" creationId="{00000000-0000-0000-0000-000000000000}"/>
          </ac:spMkLst>
        </pc:spChg>
        <pc:spChg chg="add del">
          <ac:chgData name="Samson Onipede" userId="f0b84d9300b3cf8e" providerId="LiveId" clId="{BDEE138C-B68A-4980-8617-4F64A00A7662}" dt="2026-09-14T19:16:31.825" v="73" actId="26606"/>
          <ac:spMkLst>
            <pc:docMk/>
            <pc:sldMk cId="0" sldId="266"/>
            <ac:spMk id="10" creationId="{743AA782-23D1-4521-8CAD-47662984AA08}"/>
          </ac:spMkLst>
        </pc:spChg>
        <pc:spChg chg="add del">
          <ac:chgData name="Samson Onipede" userId="f0b84d9300b3cf8e" providerId="LiveId" clId="{BDEE138C-B68A-4980-8617-4F64A00A7662}" dt="2026-09-14T19:16:31.825" v="73" actId="26606"/>
          <ac:spMkLst>
            <pc:docMk/>
            <pc:sldMk cId="0" sldId="266"/>
            <ac:spMk id="12" creationId="{71877DBC-BB60-40F0-AC93-2ACDBAAE60CE}"/>
          </ac:spMkLst>
        </pc:spChg>
        <pc:spChg chg="add">
          <ac:chgData name="Samson Onipede" userId="f0b84d9300b3cf8e" providerId="LiveId" clId="{BDEE138C-B68A-4980-8617-4F64A00A7662}" dt="2026-09-14T19:16:31.865" v="74" actId="26606"/>
          <ac:spMkLst>
            <pc:docMk/>
            <pc:sldMk cId="0" sldId="266"/>
            <ac:spMk id="14" creationId="{B8B8D07F-F13E-443E-BA68-2D26672D76B9}"/>
          </ac:spMkLst>
        </pc:spChg>
        <pc:spChg chg="add">
          <ac:chgData name="Samson Onipede" userId="f0b84d9300b3cf8e" providerId="LiveId" clId="{BDEE138C-B68A-4980-8617-4F64A00A7662}" dt="2026-09-14T19:16:31.865" v="74" actId="26606"/>
          <ac:spMkLst>
            <pc:docMk/>
            <pc:sldMk cId="0" sldId="266"/>
            <ac:spMk id="15" creationId="{12609869-9E80-471B-A487-A53288E0E791}"/>
          </ac:spMkLst>
        </pc:spChg>
        <pc:spChg chg="add">
          <ac:chgData name="Samson Onipede" userId="f0b84d9300b3cf8e" providerId="LiveId" clId="{BDEE138C-B68A-4980-8617-4F64A00A7662}" dt="2026-09-14T19:16:31.865" v="74" actId="26606"/>
          <ac:spMkLst>
            <pc:docMk/>
            <pc:sldMk cId="0" sldId="266"/>
            <ac:spMk id="16" creationId="{2813A4FA-24A5-41ED-A534-3807D1B2F344}"/>
          </ac:spMkLst>
        </pc:spChg>
        <pc:spChg chg="add">
          <ac:chgData name="Samson Onipede" userId="f0b84d9300b3cf8e" providerId="LiveId" clId="{BDEE138C-B68A-4980-8617-4F64A00A7662}" dt="2026-09-14T19:16:31.865" v="74" actId="26606"/>
          <ac:spMkLst>
            <pc:docMk/>
            <pc:sldMk cId="0" sldId="266"/>
            <ac:spMk id="17" creationId="{7004738A-9D34-43E8-97D2-CA0EED4F8BE0}"/>
          </ac:spMkLst>
        </pc:spChg>
        <pc:spChg chg="add">
          <ac:chgData name="Samson Onipede" userId="f0b84d9300b3cf8e" providerId="LiveId" clId="{BDEE138C-B68A-4980-8617-4F64A00A7662}" dt="2026-09-14T19:16:31.865" v="74" actId="26606"/>
          <ac:spMkLst>
            <pc:docMk/>
            <pc:sldMk cId="0" sldId="266"/>
            <ac:spMk id="18" creationId="{C3944F27-CA70-4E84-A51A-E6BF89558979}"/>
          </ac:spMkLst>
        </pc:spChg>
        <pc:picChg chg="add mod">
          <ac:chgData name="Samson Onipede" userId="f0b84d9300b3cf8e" providerId="LiveId" clId="{BDEE138C-B68A-4980-8617-4F64A00A7662}" dt="2026-09-14T21:25:49.452" v="122" actId="14100"/>
          <ac:picMkLst>
            <pc:docMk/>
            <pc:sldMk cId="0" sldId="266"/>
            <ac:picMk id="5" creationId="{6FB18B09-BB88-A715-8E7D-00B38C3F263E}"/>
          </ac:picMkLst>
        </pc:picChg>
      </pc:sldChg>
      <pc:sldChg chg="addSp modSp mod setBg">
        <pc:chgData name="Samson Onipede" userId="f0b84d9300b3cf8e" providerId="LiveId" clId="{BDEE138C-B68A-4980-8617-4F64A00A7662}" dt="2026-09-14T21:26:08.874" v="126" actId="14100"/>
        <pc:sldMkLst>
          <pc:docMk/>
          <pc:sldMk cId="0" sldId="267"/>
        </pc:sldMkLst>
        <pc:spChg chg="mod">
          <ac:chgData name="Samson Onipede" userId="f0b84d9300b3cf8e" providerId="LiveId" clId="{BDEE138C-B68A-4980-8617-4F64A00A7662}" dt="2026-09-14T19:17:06.119" v="78" actId="26606"/>
          <ac:spMkLst>
            <pc:docMk/>
            <pc:sldMk cId="0" sldId="267"/>
            <ac:spMk id="2" creationId="{00000000-0000-0000-0000-000000000000}"/>
          </ac:spMkLst>
        </pc:spChg>
        <pc:spChg chg="mod">
          <ac:chgData name="Samson Onipede" userId="f0b84d9300b3cf8e" providerId="LiveId" clId="{BDEE138C-B68A-4980-8617-4F64A00A7662}" dt="2026-09-14T19:17:43.462" v="80" actId="255"/>
          <ac:spMkLst>
            <pc:docMk/>
            <pc:sldMk cId="0" sldId="267"/>
            <ac:spMk id="3" creationId="{00000000-0000-0000-0000-000000000000}"/>
          </ac:spMkLst>
        </pc:spChg>
        <pc:spChg chg="add">
          <ac:chgData name="Samson Onipede" userId="f0b84d9300b3cf8e" providerId="LiveId" clId="{BDEE138C-B68A-4980-8617-4F64A00A7662}" dt="2026-09-14T19:17:06.119" v="78" actId="26606"/>
          <ac:spMkLst>
            <pc:docMk/>
            <pc:sldMk cId="0" sldId="267"/>
            <ac:spMk id="10" creationId="{12609869-9E80-471B-A487-A53288E0E791}"/>
          </ac:spMkLst>
        </pc:spChg>
        <pc:spChg chg="add">
          <ac:chgData name="Samson Onipede" userId="f0b84d9300b3cf8e" providerId="LiveId" clId="{BDEE138C-B68A-4980-8617-4F64A00A7662}" dt="2026-09-14T19:17:06.119" v="78" actId="26606"/>
          <ac:spMkLst>
            <pc:docMk/>
            <pc:sldMk cId="0" sldId="267"/>
            <ac:spMk id="12" creationId="{7004738A-9D34-43E8-97D2-CA0EED4F8BE0}"/>
          </ac:spMkLst>
        </pc:spChg>
        <pc:spChg chg="add">
          <ac:chgData name="Samson Onipede" userId="f0b84d9300b3cf8e" providerId="LiveId" clId="{BDEE138C-B68A-4980-8617-4F64A00A7662}" dt="2026-09-14T19:17:06.119" v="78" actId="26606"/>
          <ac:spMkLst>
            <pc:docMk/>
            <pc:sldMk cId="0" sldId="267"/>
            <ac:spMk id="14" creationId="{B8B8D07F-F13E-443E-BA68-2D26672D76B9}"/>
          </ac:spMkLst>
        </pc:spChg>
        <pc:spChg chg="add">
          <ac:chgData name="Samson Onipede" userId="f0b84d9300b3cf8e" providerId="LiveId" clId="{BDEE138C-B68A-4980-8617-4F64A00A7662}" dt="2026-09-14T19:17:06.119" v="78" actId="26606"/>
          <ac:spMkLst>
            <pc:docMk/>
            <pc:sldMk cId="0" sldId="267"/>
            <ac:spMk id="16" creationId="{2813A4FA-24A5-41ED-A534-3807D1B2F344}"/>
          </ac:spMkLst>
        </pc:spChg>
        <pc:spChg chg="add">
          <ac:chgData name="Samson Onipede" userId="f0b84d9300b3cf8e" providerId="LiveId" clId="{BDEE138C-B68A-4980-8617-4F64A00A7662}" dt="2026-09-14T19:17:06.119" v="78" actId="26606"/>
          <ac:spMkLst>
            <pc:docMk/>
            <pc:sldMk cId="0" sldId="267"/>
            <ac:spMk id="18" creationId="{C3944F27-CA70-4E84-A51A-E6BF89558979}"/>
          </ac:spMkLst>
        </pc:spChg>
        <pc:picChg chg="add mod">
          <ac:chgData name="Samson Onipede" userId="f0b84d9300b3cf8e" providerId="LiveId" clId="{BDEE138C-B68A-4980-8617-4F64A00A7662}" dt="2026-09-14T21:26:08.874" v="126" actId="14100"/>
          <ac:picMkLst>
            <pc:docMk/>
            <pc:sldMk cId="0" sldId="267"/>
            <ac:picMk id="5" creationId="{23EBE6E3-E035-C4DD-30A9-D56CD91EBD68}"/>
          </ac:picMkLst>
        </pc:picChg>
      </pc:sldChg>
      <pc:sldChg chg="addSp delSp modSp mod setBg">
        <pc:chgData name="Samson Onipede" userId="f0b84d9300b3cf8e" providerId="LiveId" clId="{BDEE138C-B68A-4980-8617-4F64A00A7662}" dt="2026-09-14T19:21:47.498" v="106"/>
        <pc:sldMkLst>
          <pc:docMk/>
          <pc:sldMk cId="0" sldId="268"/>
        </pc:sldMkLst>
        <pc:spChg chg="mod">
          <ac:chgData name="Samson Onipede" userId="f0b84d9300b3cf8e" providerId="LiveId" clId="{BDEE138C-B68A-4980-8617-4F64A00A7662}" dt="2026-09-14T19:18:30.998" v="83" actId="26606"/>
          <ac:spMkLst>
            <pc:docMk/>
            <pc:sldMk cId="0" sldId="268"/>
            <ac:spMk id="2" creationId="{00000000-0000-0000-0000-000000000000}"/>
          </ac:spMkLst>
        </pc:spChg>
        <pc:spChg chg="add del mod">
          <ac:chgData name="Samson Onipede" userId="f0b84d9300b3cf8e" providerId="LiveId" clId="{BDEE138C-B68A-4980-8617-4F64A00A7662}" dt="2026-09-14T19:19:22.790" v="90" actId="26606"/>
          <ac:spMkLst>
            <pc:docMk/>
            <pc:sldMk cId="0" sldId="268"/>
            <ac:spMk id="3" creationId="{00000000-0000-0000-0000-000000000000}"/>
          </ac:spMkLst>
        </pc:spChg>
        <pc:spChg chg="add del mod">
          <ac:chgData name="Samson Onipede" userId="f0b84d9300b3cf8e" providerId="LiveId" clId="{BDEE138C-B68A-4980-8617-4F64A00A7662}" dt="2026-09-14T19:21:47.498" v="106"/>
          <ac:spMkLst>
            <pc:docMk/>
            <pc:sldMk cId="0" sldId="268"/>
            <ac:spMk id="6" creationId="{E7D68D51-A924-B81C-ACCD-8E79557391E2}"/>
          </ac:spMkLst>
        </pc:spChg>
        <pc:spChg chg="add">
          <ac:chgData name="Samson Onipede" userId="f0b84d9300b3cf8e" providerId="LiveId" clId="{BDEE138C-B68A-4980-8617-4F64A00A7662}" dt="2026-09-14T19:18:30.998" v="83" actId="26606"/>
          <ac:spMkLst>
            <pc:docMk/>
            <pc:sldMk cId="0" sldId="268"/>
            <ac:spMk id="10" creationId="{12609869-9E80-471B-A487-A53288E0E791}"/>
          </ac:spMkLst>
        </pc:spChg>
        <pc:spChg chg="add del">
          <ac:chgData name="Samson Onipede" userId="f0b84d9300b3cf8e" providerId="LiveId" clId="{BDEE138C-B68A-4980-8617-4F64A00A7662}" dt="2026-09-14T19:19:22.790" v="90" actId="26606"/>
          <ac:spMkLst>
            <pc:docMk/>
            <pc:sldMk cId="0" sldId="268"/>
            <ac:spMk id="12" creationId="{7004738A-9D34-43E8-97D2-CA0EED4F8BE0}"/>
          </ac:spMkLst>
        </pc:spChg>
        <pc:spChg chg="add del">
          <ac:chgData name="Samson Onipede" userId="f0b84d9300b3cf8e" providerId="LiveId" clId="{BDEE138C-B68A-4980-8617-4F64A00A7662}" dt="2026-09-14T19:19:22.790" v="90" actId="26606"/>
          <ac:spMkLst>
            <pc:docMk/>
            <pc:sldMk cId="0" sldId="268"/>
            <ac:spMk id="14" creationId="{B8B8D07F-F13E-443E-BA68-2D26672D76B9}"/>
          </ac:spMkLst>
        </pc:spChg>
        <pc:spChg chg="add del">
          <ac:chgData name="Samson Onipede" userId="f0b84d9300b3cf8e" providerId="LiveId" clId="{BDEE138C-B68A-4980-8617-4F64A00A7662}" dt="2026-09-14T19:19:22.790" v="90" actId="26606"/>
          <ac:spMkLst>
            <pc:docMk/>
            <pc:sldMk cId="0" sldId="268"/>
            <ac:spMk id="16" creationId="{2813A4FA-24A5-41ED-A534-3807D1B2F344}"/>
          </ac:spMkLst>
        </pc:spChg>
        <pc:spChg chg="add del">
          <ac:chgData name="Samson Onipede" userId="f0b84d9300b3cf8e" providerId="LiveId" clId="{BDEE138C-B68A-4980-8617-4F64A00A7662}" dt="2026-09-14T19:19:22.790" v="90" actId="26606"/>
          <ac:spMkLst>
            <pc:docMk/>
            <pc:sldMk cId="0" sldId="268"/>
            <ac:spMk id="18" creationId="{C3944F27-CA70-4E84-A51A-E6BF89558979}"/>
          </ac:spMkLst>
        </pc:spChg>
        <pc:spChg chg="add mod">
          <ac:chgData name="Samson Onipede" userId="f0b84d9300b3cf8e" providerId="LiveId" clId="{BDEE138C-B68A-4980-8617-4F64A00A7662}" dt="2026-09-14T19:21:45.868" v="104" actId="255"/>
          <ac:spMkLst>
            <pc:docMk/>
            <pc:sldMk cId="0" sldId="268"/>
            <ac:spMk id="22" creationId="{00000000-0000-0000-0000-000000000000}"/>
          </ac:spMkLst>
        </pc:spChg>
        <pc:spChg chg="add">
          <ac:chgData name="Samson Onipede" userId="f0b84d9300b3cf8e" providerId="LiveId" clId="{BDEE138C-B68A-4980-8617-4F64A00A7662}" dt="2026-09-14T19:19:22.790" v="90" actId="26606"/>
          <ac:spMkLst>
            <pc:docMk/>
            <pc:sldMk cId="0" sldId="268"/>
            <ac:spMk id="23" creationId="{12609869-9E80-471B-A487-A53288E0E791}"/>
          </ac:spMkLst>
        </pc:spChg>
        <pc:spChg chg="add">
          <ac:chgData name="Samson Onipede" userId="f0b84d9300b3cf8e" providerId="LiveId" clId="{BDEE138C-B68A-4980-8617-4F64A00A7662}" dt="2026-09-14T19:19:22.790" v="90" actId="26606"/>
          <ac:spMkLst>
            <pc:docMk/>
            <pc:sldMk cId="0" sldId="268"/>
            <ac:spMk id="25" creationId="{7004738A-9D34-43E8-97D2-CA0EED4F8BE0}"/>
          </ac:spMkLst>
        </pc:spChg>
        <pc:spChg chg="add">
          <ac:chgData name="Samson Onipede" userId="f0b84d9300b3cf8e" providerId="LiveId" clId="{BDEE138C-B68A-4980-8617-4F64A00A7662}" dt="2026-09-14T19:19:22.790" v="90" actId="26606"/>
          <ac:spMkLst>
            <pc:docMk/>
            <pc:sldMk cId="0" sldId="268"/>
            <ac:spMk id="29" creationId="{2813A4FA-24A5-41ED-A534-3807D1B2F344}"/>
          </ac:spMkLst>
        </pc:spChg>
        <pc:spChg chg="add">
          <ac:chgData name="Samson Onipede" userId="f0b84d9300b3cf8e" providerId="LiveId" clId="{BDEE138C-B68A-4980-8617-4F64A00A7662}" dt="2026-09-14T19:19:22.790" v="90" actId="26606"/>
          <ac:spMkLst>
            <pc:docMk/>
            <pc:sldMk cId="0" sldId="268"/>
            <ac:spMk id="31" creationId="{C3944F27-CA70-4E84-A51A-E6BF89558979}"/>
          </ac:spMkLst>
        </pc:spChg>
        <pc:graphicFrameChg chg="add del">
          <ac:chgData name="Samson Onipede" userId="f0b84d9300b3cf8e" providerId="LiveId" clId="{BDEE138C-B68A-4980-8617-4F64A00A7662}" dt="2026-09-14T19:19:22.758" v="89" actId="26606"/>
          <ac:graphicFrameMkLst>
            <pc:docMk/>
            <pc:sldMk cId="0" sldId="268"/>
            <ac:graphicFrameMk id="20" creationId="{C81862A9-D0FE-EBFF-8215-27F3CAC2B6AC}"/>
          </ac:graphicFrameMkLst>
        </pc:graphicFrameChg>
        <pc:picChg chg="add mod">
          <ac:chgData name="Samson Onipede" userId="f0b84d9300b3cf8e" providerId="LiveId" clId="{BDEE138C-B68A-4980-8617-4F64A00A7662}" dt="2026-09-14T19:19:41.104" v="94" actId="14100"/>
          <ac:picMkLst>
            <pc:docMk/>
            <pc:sldMk cId="0" sldId="268"/>
            <ac:picMk id="5" creationId="{BA6C236E-7AF8-DAAA-A649-73A4D009AAAF}"/>
          </ac:picMkLst>
        </pc:picChg>
      </pc:sldChg>
      <pc:sldChg chg="addSp modSp mod setBg">
        <pc:chgData name="Samson Onipede" userId="f0b84d9300b3cf8e" providerId="LiveId" clId="{BDEE138C-B68A-4980-8617-4F64A00A7662}" dt="2026-09-14T19:21:01.067" v="101" actId="6549"/>
        <pc:sldMkLst>
          <pc:docMk/>
          <pc:sldMk cId="0" sldId="269"/>
        </pc:sldMkLst>
        <pc:spChg chg="mod">
          <ac:chgData name="Samson Onipede" userId="f0b84d9300b3cf8e" providerId="LiveId" clId="{BDEE138C-B68A-4980-8617-4F64A00A7662}" dt="2026-09-14T19:20:15.037" v="97" actId="26606"/>
          <ac:spMkLst>
            <pc:docMk/>
            <pc:sldMk cId="0" sldId="269"/>
            <ac:spMk id="2" creationId="{00000000-0000-0000-0000-000000000000}"/>
          </ac:spMkLst>
        </pc:spChg>
        <pc:spChg chg="mod">
          <ac:chgData name="Samson Onipede" userId="f0b84d9300b3cf8e" providerId="LiveId" clId="{BDEE138C-B68A-4980-8617-4F64A00A7662}" dt="2026-09-14T19:21:01.067" v="101" actId="6549"/>
          <ac:spMkLst>
            <pc:docMk/>
            <pc:sldMk cId="0" sldId="269"/>
            <ac:spMk id="3" creationId="{00000000-0000-0000-0000-000000000000}"/>
          </ac:spMkLst>
        </pc:spChg>
        <pc:spChg chg="add">
          <ac:chgData name="Samson Onipede" userId="f0b84d9300b3cf8e" providerId="LiveId" clId="{BDEE138C-B68A-4980-8617-4F64A00A7662}" dt="2026-09-14T19:20:15.037" v="97" actId="26606"/>
          <ac:spMkLst>
            <pc:docMk/>
            <pc:sldMk cId="0" sldId="269"/>
            <ac:spMk id="10" creationId="{2B97F24A-32CE-4C1C-A50D-3016B394DCFB}"/>
          </ac:spMkLst>
        </pc:spChg>
        <pc:spChg chg="add">
          <ac:chgData name="Samson Onipede" userId="f0b84d9300b3cf8e" providerId="LiveId" clId="{BDEE138C-B68A-4980-8617-4F64A00A7662}" dt="2026-09-14T19:20:15.037" v="97" actId="26606"/>
          <ac:spMkLst>
            <pc:docMk/>
            <pc:sldMk cId="0" sldId="269"/>
            <ac:spMk id="12" creationId="{CD8B4F24-440B-49E9-B85D-733523DC064B}"/>
          </ac:spMkLst>
        </pc:spChg>
        <pc:picChg chg="add mod">
          <ac:chgData name="Samson Onipede" userId="f0b84d9300b3cf8e" providerId="LiveId" clId="{BDEE138C-B68A-4980-8617-4F64A00A7662}" dt="2026-09-14T19:20:56.580" v="100" actId="14100"/>
          <ac:picMkLst>
            <pc:docMk/>
            <pc:sldMk cId="0" sldId="269"/>
            <ac:picMk id="5" creationId="{D7F303D3-F447-E379-D822-CFE1B6A61A5B}"/>
          </ac:picMkLst>
        </pc:picChg>
      </pc:sldChg>
      <pc:sldChg chg="modSp mod">
        <pc:chgData name="Samson Onipede" userId="f0b84d9300b3cf8e" providerId="LiveId" clId="{BDEE138C-B68A-4980-8617-4F64A00A7662}" dt="2026-09-14T19:15:40.884" v="63" actId="27636"/>
        <pc:sldMkLst>
          <pc:docMk/>
          <pc:sldMk cId="0" sldId="270"/>
        </pc:sldMkLst>
        <pc:spChg chg="mod">
          <ac:chgData name="Samson Onipede" userId="f0b84d9300b3cf8e" providerId="LiveId" clId="{BDEE138C-B68A-4980-8617-4F64A00A7662}" dt="2026-09-14T19:15:40.884" v="63" actId="27636"/>
          <ac:spMkLst>
            <pc:docMk/>
            <pc:sldMk cId="0" sldId="270"/>
            <ac:spMk id="2" creationId="{00000000-0000-0000-0000-000000000000}"/>
          </ac:spMkLst>
        </pc:spChg>
        <pc:spChg chg="mod">
          <ac:chgData name="Samson Onipede" userId="f0b84d9300b3cf8e" providerId="LiveId" clId="{BDEE138C-B68A-4980-8617-4F64A00A7662}" dt="2026-09-14T19:02:45.149" v="13" actId="255"/>
          <ac:spMkLst>
            <pc:docMk/>
            <pc:sldMk cId="0" sldId="270"/>
            <ac:spMk id="3" creationId="{00000000-0000-0000-0000-000000000000}"/>
          </ac:spMkLst>
        </pc:spChg>
      </pc:sldChg>
      <pc:sldChg chg="modSp mod">
        <pc:chgData name="Samson Onipede" userId="f0b84d9300b3cf8e" providerId="LiveId" clId="{BDEE138C-B68A-4980-8617-4F64A00A7662}" dt="2026-09-14T19:02:54.883" v="14" actId="255"/>
        <pc:sldMkLst>
          <pc:docMk/>
          <pc:sldMk cId="0" sldId="271"/>
        </pc:sldMkLst>
        <pc:spChg chg="mod">
          <ac:chgData name="Samson Onipede" userId="f0b84d9300b3cf8e" providerId="LiveId" clId="{BDEE138C-B68A-4980-8617-4F64A00A7662}" dt="2026-09-14T19:02:54.883" v="14" actId="255"/>
          <ac:spMkLst>
            <pc:docMk/>
            <pc:sldMk cId="0" sldId="271"/>
            <ac:spMk id="3" creationId="{00000000-0000-0000-0000-000000000000}"/>
          </ac:spMkLst>
        </pc:spChg>
      </pc:sldChg>
      <pc:sldChg chg="modSp mod">
        <pc:chgData name="Samson Onipede" userId="f0b84d9300b3cf8e" providerId="LiveId" clId="{BDEE138C-B68A-4980-8617-4F64A00A7662}" dt="2026-09-14T19:15:40.939" v="64" actId="27636"/>
        <pc:sldMkLst>
          <pc:docMk/>
          <pc:sldMk cId="0" sldId="272"/>
        </pc:sldMkLst>
        <pc:spChg chg="mod">
          <ac:chgData name="Samson Onipede" userId="f0b84d9300b3cf8e" providerId="LiveId" clId="{BDEE138C-B68A-4980-8617-4F64A00A7662}" dt="2026-09-14T19:15:40.939" v="64" actId="27636"/>
          <ac:spMkLst>
            <pc:docMk/>
            <pc:sldMk cId="0" sldId="272"/>
            <ac:spMk id="2" creationId="{00000000-0000-0000-0000-000000000000}"/>
          </ac:spMkLst>
        </pc:spChg>
        <pc:spChg chg="mod">
          <ac:chgData name="Samson Onipede" userId="f0b84d9300b3cf8e" providerId="LiveId" clId="{BDEE138C-B68A-4980-8617-4F64A00A7662}" dt="2026-09-14T19:03:13.081" v="16" actId="255"/>
          <ac:spMkLst>
            <pc:docMk/>
            <pc:sldMk cId="0" sldId="272"/>
            <ac:spMk id="3" creationId="{00000000-0000-0000-0000-000000000000}"/>
          </ac:spMkLst>
        </pc:spChg>
      </pc:sldChg>
      <pc:sldChg chg="modSp mod">
        <pc:chgData name="Samson Onipede" userId="f0b84d9300b3cf8e" providerId="LiveId" clId="{BDEE138C-B68A-4980-8617-4F64A00A7662}" dt="2026-09-14T19:58:21.904" v="108" actId="27636"/>
        <pc:sldMkLst>
          <pc:docMk/>
          <pc:sldMk cId="0" sldId="273"/>
        </pc:sldMkLst>
        <pc:spChg chg="mod">
          <ac:chgData name="Samson Onipede" userId="f0b84d9300b3cf8e" providerId="LiveId" clId="{BDEE138C-B68A-4980-8617-4F64A00A7662}" dt="2026-09-14T19:58:21.904" v="108" actId="27636"/>
          <ac:spMkLst>
            <pc:docMk/>
            <pc:sldMk cId="0" sldId="273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-22693"/>
            <a:ext cx="9143998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384720" y="-2407841"/>
            <a:ext cx="4374557" cy="9144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55756" y="-2236808"/>
            <a:ext cx="4374128" cy="880235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" y="-22690"/>
            <a:ext cx="6406863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4459073" y="-1032053"/>
            <a:ext cx="3742610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86118" y="735106"/>
            <a:ext cx="7540322" cy="2928470"/>
          </a:xfrm>
        </p:spPr>
        <p:txBody>
          <a:bodyPr anchor="b">
            <a:normAutofit/>
          </a:bodyPr>
          <a:lstStyle/>
          <a:p>
            <a:pPr algn="l"/>
            <a:r>
              <a:rPr lang="en-US" sz="4200">
                <a:solidFill>
                  <a:srgbClr val="FFFFFF"/>
                </a:solidFill>
              </a:rPr>
              <a:t>🩺 NorthBridge Health Services</a:t>
            </a:r>
          </a:p>
          <a:p>
            <a:pPr algn="l"/>
            <a:r>
              <a:rPr lang="en-US" sz="4200">
                <a:solidFill>
                  <a:srgbClr val="FFFFFF"/>
                </a:solidFill>
              </a:rPr>
              <a:t>SLA Breach Prediction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13011" y="4870824"/>
            <a:ext cx="7504463" cy="1458258"/>
          </a:xfrm>
        </p:spPr>
        <p:txBody>
          <a:bodyPr anchor="ctr"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sz="3000" dirty="0"/>
              <a:t>Machine Learning Solution</a:t>
            </a:r>
          </a:p>
          <a:p>
            <a:pPr algn="l">
              <a:lnSpc>
                <a:spcPct val="90000"/>
              </a:lnSpc>
            </a:pPr>
            <a:r>
              <a:rPr lang="en-US" sz="3000" dirty="0"/>
              <a:t>Group 5| September 2026.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336136" y="1336710"/>
            <a:ext cx="6858000" cy="418458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088181" y="1092216"/>
            <a:ext cx="6346209" cy="418206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833933" y="3515977"/>
            <a:ext cx="2501979" cy="418206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176002" y="1496845"/>
            <a:ext cx="6858001" cy="386430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74277" y="1668285"/>
            <a:ext cx="4318303" cy="3238727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797" y="586855"/>
            <a:ext cx="3172575" cy="3387497"/>
          </a:xfrm>
        </p:spPr>
        <p:txBody>
          <a:bodyPr anchor="b">
            <a:normAutofit/>
          </a:bodyPr>
          <a:lstStyle/>
          <a:p>
            <a:pPr algn="r"/>
            <a:r>
              <a:rPr lang="en-GB" sz="3500">
                <a:solidFill>
                  <a:srgbClr val="FFFFFF"/>
                </a:solidFill>
              </a:rPr>
              <a:t>📋 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7368" y="649480"/>
            <a:ext cx="3646835" cy="5546047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endParaRPr lang="en-GB" sz="1700"/>
          </a:p>
          <a:p>
            <a:pPr>
              <a:lnSpc>
                <a:spcPct val="90000"/>
              </a:lnSpc>
            </a:pPr>
            <a:r>
              <a:rPr lang="en-GB" sz="1700"/>
              <a:t>NorthBridge Health Services is a UK-based healthcare administration company</a:t>
            </a:r>
          </a:p>
          <a:p>
            <a:pPr>
              <a:lnSpc>
                <a:spcPct val="90000"/>
              </a:lnSpc>
            </a:pPr>
            <a:r>
              <a:rPr lang="en-GB" sz="1700"/>
              <a:t>founded in 2008. Growing ticket volumes made manual SLA tracking unreliable.</a:t>
            </a:r>
          </a:p>
          <a:p>
            <a:pPr>
              <a:lnSpc>
                <a:spcPct val="90000"/>
              </a:lnSpc>
            </a:pPr>
            <a:endParaRPr lang="en-GB" sz="1700"/>
          </a:p>
          <a:p>
            <a:pPr>
              <a:lnSpc>
                <a:spcPct val="90000"/>
              </a:lnSpc>
            </a:pPr>
            <a:r>
              <a:rPr lang="en-GB" sz="1700"/>
              <a:t>✅ WHAT THIS PROJECT DELIVERS:</a:t>
            </a:r>
          </a:p>
          <a:p>
            <a:pPr>
              <a:lnSpc>
                <a:spcPct val="90000"/>
              </a:lnSpc>
            </a:pPr>
            <a:r>
              <a:rPr lang="en-GB" sz="1700"/>
              <a:t>• End-to-end data pipeline: Load → Clean → Engineer → Model</a:t>
            </a:r>
          </a:p>
          <a:p>
            <a:pPr>
              <a:lnSpc>
                <a:spcPct val="90000"/>
              </a:lnSpc>
            </a:pPr>
            <a:r>
              <a:rPr lang="en-GB" sz="1700"/>
              <a:t>• Baseline Model (Logistic Regression) — performance benchmark</a:t>
            </a:r>
          </a:p>
          <a:p>
            <a:pPr>
              <a:lnSpc>
                <a:spcPct val="90000"/>
              </a:lnSpc>
            </a:pPr>
            <a:r>
              <a:rPr lang="en-GB" sz="1700"/>
              <a:t>• Production Model (XGBoost) — improved accuracy — FINAL MODEL</a:t>
            </a:r>
          </a:p>
          <a:p>
            <a:pPr>
              <a:lnSpc>
                <a:spcPct val="90000"/>
              </a:lnSpc>
            </a:pPr>
            <a:r>
              <a:rPr lang="en-GB" sz="1700"/>
              <a:t>• 10 Visualisations — full insight into breach patterns</a:t>
            </a:r>
          </a:p>
          <a:p>
            <a:pPr>
              <a:lnSpc>
                <a:spcPct val="90000"/>
              </a:lnSpc>
            </a:pPr>
            <a:r>
              <a:rPr lang="en-GB" sz="1700"/>
              <a:t>• All code &amp; models documented on GitHub</a:t>
            </a:r>
          </a:p>
          <a:p>
            <a:pPr>
              <a:lnSpc>
                <a:spcPct val="90000"/>
              </a:lnSpc>
            </a:pPr>
            <a:endParaRPr lang="en-GB" sz="17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0" y="1904672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041" y="586855"/>
            <a:ext cx="2401025" cy="3387497"/>
          </a:xfrm>
        </p:spPr>
        <p:txBody>
          <a:bodyPr anchor="b">
            <a:normAutofit/>
          </a:bodyPr>
          <a:lstStyle/>
          <a:p>
            <a:pPr algn="r"/>
            <a:r>
              <a:rPr lang="en-GB" sz="3500">
                <a:solidFill>
                  <a:srgbClr val="FFFFFF"/>
                </a:solidFill>
              </a:rPr>
              <a:t>⚠️ Business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7694" y="649480"/>
            <a:ext cx="4916510" cy="5546047"/>
          </a:xfrm>
        </p:spPr>
        <p:txBody>
          <a:bodyPr anchor="ctr">
            <a:normAutofit/>
          </a:bodyPr>
          <a:lstStyle/>
          <a:p>
            <a:endParaRPr lang="en-GB" sz="1700"/>
          </a:p>
          <a:p>
            <a:r>
              <a:rPr lang="en-GB" sz="1700"/>
              <a:t>❌ Manual SLA tracking — reactive, slow, error-prone</a:t>
            </a:r>
          </a:p>
          <a:p>
            <a:r>
              <a:rPr lang="en-GB" sz="1700"/>
              <a:t>❌ 2,800+ unresolved tickets in backlog</a:t>
            </a:r>
          </a:p>
          <a:p>
            <a:r>
              <a:rPr lang="en-GB" sz="1700"/>
              <a:t>❌ Average response = 38 hours   |   Priority 1 Target = 8 hours</a:t>
            </a:r>
          </a:p>
          <a:p>
            <a:r>
              <a:rPr lang="en-GB" sz="1700"/>
              <a:t>❌ Data fragmented across CRM, Excel, emails</a:t>
            </a:r>
          </a:p>
          <a:p>
            <a:r>
              <a:rPr lang="en-GB" sz="1700"/>
              <a:t>❌ Financial penalties from repeated breaches</a:t>
            </a:r>
          </a:p>
          <a:p>
            <a:endParaRPr lang="en-GB" sz="1700"/>
          </a:p>
          <a:p>
            <a:r>
              <a:rPr lang="en-GB" sz="1700"/>
              <a:t>✅ WHAT WAS NEEDED:</a:t>
            </a:r>
          </a:p>
          <a:p>
            <a:r>
              <a:rPr lang="en-GB" sz="1700"/>
              <a:t>• Centralised data</a:t>
            </a:r>
          </a:p>
          <a:p>
            <a:r>
              <a:rPr lang="en-GB" sz="1700"/>
              <a:t>• Real-time monitoring</a:t>
            </a:r>
          </a:p>
          <a:p>
            <a:r>
              <a:rPr lang="en-GB" sz="1700"/>
              <a:t>• PREDICTIVE ALERTING — flag at-risk tickets EARLY</a:t>
            </a:r>
          </a:p>
          <a:p>
            <a:endParaRPr lang="en-GB" sz="17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0" y="1904672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041" y="586855"/>
            <a:ext cx="2401025" cy="3387497"/>
          </a:xfrm>
        </p:spPr>
        <p:txBody>
          <a:bodyPr anchor="b">
            <a:normAutofit/>
          </a:bodyPr>
          <a:lstStyle/>
          <a:p>
            <a:pPr algn="r"/>
            <a:r>
              <a:rPr lang="en-GB" sz="3500">
                <a:solidFill>
                  <a:srgbClr val="FFFFFF"/>
                </a:solidFill>
              </a:rPr>
              <a:t>🏗️ Solution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7694" y="649480"/>
            <a:ext cx="4916510" cy="5546047"/>
          </a:xfrm>
        </p:spPr>
        <p:txBody>
          <a:bodyPr anchor="ctr">
            <a:normAutofit/>
          </a:bodyPr>
          <a:lstStyle/>
          <a:p>
            <a:endParaRPr lang="en-GB" sz="1700"/>
          </a:p>
          <a:p>
            <a:r>
              <a:rPr lang="en-GB" sz="1700"/>
              <a:t>STEP 1: DATA LOADING          → Load, validate, clean, merge</a:t>
            </a:r>
          </a:p>
          <a:p>
            <a:r>
              <a:rPr lang="en-GB" sz="1700"/>
              <a:t>       ↓</a:t>
            </a:r>
          </a:p>
          <a:p>
            <a:r>
              <a:rPr lang="en-GB" sz="1700"/>
              <a:t>STEP 2: FEATURE ENGINEERING    → Time patterns + 4 trend graphs</a:t>
            </a:r>
          </a:p>
          <a:p>
            <a:r>
              <a:rPr lang="en-GB" sz="1700"/>
              <a:t>       ↓</a:t>
            </a:r>
          </a:p>
          <a:p>
            <a:r>
              <a:rPr lang="en-GB" sz="1700"/>
              <a:t>STEP 3: BASELINE MODEL         → Logistic Regression — Benchmark</a:t>
            </a:r>
          </a:p>
          <a:p>
            <a:r>
              <a:rPr lang="en-GB" sz="1700"/>
              <a:t>       ↓</a:t>
            </a:r>
          </a:p>
          <a:p>
            <a:r>
              <a:rPr lang="en-GB" sz="1700"/>
              <a:t>STEP 4: PRODUCTION MODEL       → XGBoost — Beat Benchmark → FINAL</a:t>
            </a:r>
          </a:p>
          <a:p>
            <a:endParaRPr lang="en-GB" sz="1700"/>
          </a:p>
          <a:p>
            <a:r>
              <a:rPr lang="en-GB" sz="1700"/>
              <a:t>🎯 PREDICTION TARGET:</a:t>
            </a:r>
          </a:p>
          <a:p>
            <a:r>
              <a:rPr lang="en-GB" sz="1700"/>
              <a:t>• Priority 1 SLA = Response within 8 hours</a:t>
            </a:r>
          </a:p>
          <a:p>
            <a:r>
              <a:rPr lang="en-GB" sz="1700"/>
              <a:t>• BREACH (1) = Less than 8 hours available</a:t>
            </a:r>
          </a:p>
          <a:p>
            <a:r>
              <a:rPr lang="en-GB" sz="1700"/>
              <a:t>• ON-TIME (0) = 8+ hours available</a:t>
            </a:r>
          </a:p>
          <a:p>
            <a:endParaRPr lang="en-GB" sz="17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596F992-698C-48C0-9D89-70DA4CE927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4238" y="4230093"/>
            <a:ext cx="3112935" cy="1800165"/>
          </a:xfrm>
        </p:spPr>
        <p:txBody>
          <a:bodyPr anchor="t">
            <a:normAutofit/>
          </a:bodyPr>
          <a:lstStyle/>
          <a:p>
            <a:pPr algn="r"/>
            <a:r>
              <a:rPr lang="en-US" sz="3500"/>
              <a:t>📊 Ticket Volume by Hour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B57D1F-2E63-6619-C3CC-9CE74649FD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896" b="11709"/>
          <a:stretch>
            <a:fillRect/>
          </a:stretch>
        </p:blipFill>
        <p:spPr>
          <a:xfrm>
            <a:off x="417444" y="489685"/>
            <a:ext cx="8354833" cy="3390355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34811" y="4230094"/>
            <a:ext cx="4676451" cy="1800164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endParaRPr lang="en-US" sz="1100" dirty="0"/>
          </a:p>
          <a:p>
            <a:pPr>
              <a:lnSpc>
                <a:spcPct val="90000"/>
              </a:lnSpc>
            </a:pPr>
            <a:r>
              <a:rPr lang="en-US" sz="1400" dirty="0"/>
              <a:t>KEY INSIGHTS: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• ⏰ Peak Hours: 09:00–11:00 and 14:00–16:00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• 🌙 Low Hours: 00:00–06:00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• ⚠️ CRITICAL RISK: Tickets created AFTER 4:00 PM → less than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  8 working hours remain → HIGH probability of breach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BFF8DC-0AE7-4AD2-9B28-2E5F26D62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6116"/>
            <a:ext cx="9143998" cy="46177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E0162AD-C6E5-4BF8-A453-76ADB36877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86475" y="6406115"/>
            <a:ext cx="3057523" cy="464399"/>
          </a:xfrm>
          <a:prstGeom prst="rect">
            <a:avLst/>
          </a:prstGeom>
          <a:gradFill>
            <a:gsLst>
              <a:gs pos="19000">
                <a:srgbClr val="000000">
                  <a:alpha val="31000"/>
                </a:srgbClr>
              </a:gs>
              <a:gs pos="99000">
                <a:schemeClr val="accent1"/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2596F992-698C-48C0-9D89-70DA4CE927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4238" y="4230093"/>
            <a:ext cx="3112935" cy="1800165"/>
          </a:xfrm>
        </p:spPr>
        <p:txBody>
          <a:bodyPr anchor="t">
            <a:normAutofit/>
          </a:bodyPr>
          <a:lstStyle/>
          <a:p>
            <a:pPr algn="r"/>
            <a:r>
              <a:rPr lang="en-US" sz="3500" dirty="0"/>
              <a:t>📊 Ticket Volume by Day of Week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60B95E-A9D0-106B-531E-4294F8302D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916" y="457200"/>
            <a:ext cx="7015888" cy="3455325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34811" y="4230094"/>
            <a:ext cx="4676451" cy="1800164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endParaRPr lang="en-US" sz="1100" dirty="0"/>
          </a:p>
          <a:p>
            <a:pPr>
              <a:lnSpc>
                <a:spcPct val="90000"/>
              </a:lnSpc>
            </a:pPr>
            <a:r>
              <a:rPr lang="en-US" sz="1400" dirty="0"/>
              <a:t>KEY INSIGHTS: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• 📈 Monday–Wednesday: Highest volume → Weekend backlog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• 📉 Thursday–Sunday: Gradually declines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• ⚠️ FRIDAY RISK: Tickets Friday afternoon → SLA expires Monday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  → 3-day gap = HIGH RISK</a:t>
            </a:r>
          </a:p>
          <a:p>
            <a:pPr>
              <a:lnSpc>
                <a:spcPct val="90000"/>
              </a:lnSpc>
            </a:pPr>
            <a:endParaRPr lang="en-US" sz="11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7BFF8DC-0AE7-4AD2-9B28-2E5F26D62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6116"/>
            <a:ext cx="9143998" cy="46177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E0162AD-C6E5-4BF8-A453-76ADB36877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86475" y="6406115"/>
            <a:ext cx="3057523" cy="464399"/>
          </a:xfrm>
          <a:prstGeom prst="rect">
            <a:avLst/>
          </a:prstGeom>
          <a:gradFill>
            <a:gsLst>
              <a:gs pos="19000">
                <a:srgbClr val="000000">
                  <a:alpha val="31000"/>
                </a:srgbClr>
              </a:gs>
              <a:gs pos="99000">
                <a:schemeClr val="accent1"/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2596F992-698C-48C0-9D89-70DA4CE927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4238" y="4230093"/>
            <a:ext cx="3112935" cy="1800165"/>
          </a:xfrm>
        </p:spPr>
        <p:txBody>
          <a:bodyPr anchor="t">
            <a:normAutofit/>
          </a:bodyPr>
          <a:lstStyle/>
          <a:p>
            <a:pPr algn="r"/>
            <a:r>
              <a:rPr lang="en-US" sz="3500"/>
              <a:t>📊 Weekday vs Weekend Risk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9BE366-64E9-344D-C65A-2010CDE0A8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093" r="9341"/>
          <a:stretch>
            <a:fillRect/>
          </a:stretch>
        </p:blipFill>
        <p:spPr>
          <a:xfrm>
            <a:off x="3295192" y="457200"/>
            <a:ext cx="2599337" cy="3455325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34811" y="4230094"/>
            <a:ext cx="4676451" cy="1800164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endParaRPr lang="en-GB" sz="1200" dirty="0"/>
          </a:p>
          <a:p>
            <a:pPr>
              <a:lnSpc>
                <a:spcPct val="90000"/>
              </a:lnSpc>
            </a:pPr>
            <a:r>
              <a:rPr lang="en-GB" sz="1400" dirty="0"/>
              <a:t>KEY INSIGHTS:</a:t>
            </a:r>
          </a:p>
          <a:p>
            <a:pPr>
              <a:lnSpc>
                <a:spcPct val="90000"/>
              </a:lnSpc>
            </a:pPr>
            <a:r>
              <a:rPr lang="en-GB" sz="1400" dirty="0"/>
              <a:t>• 📉 Weekend tickets = fewer in NUMBER</a:t>
            </a:r>
          </a:p>
          <a:p>
            <a:pPr>
              <a:lnSpc>
                <a:spcPct val="90000"/>
              </a:lnSpc>
            </a:pPr>
            <a:r>
              <a:rPr lang="en-GB" sz="1400" dirty="0"/>
              <a:t>• ⚠️ BUT: SLA clock runs 24/7 → staff away → HIGHER breach risk</a:t>
            </a:r>
          </a:p>
          <a:p>
            <a:pPr>
              <a:lnSpc>
                <a:spcPct val="90000"/>
              </a:lnSpc>
            </a:pPr>
            <a:r>
              <a:rPr lang="en-GB" sz="1400" dirty="0"/>
              <a:t>• 💡 ACTION: Weekend tickets flagged as HIGH-RISK category</a:t>
            </a:r>
          </a:p>
          <a:p>
            <a:pPr>
              <a:lnSpc>
                <a:spcPct val="90000"/>
              </a:lnSpc>
            </a:pPr>
            <a:endParaRPr lang="en-GB" sz="12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7BFF8DC-0AE7-4AD2-9B28-2E5F26D62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6116"/>
            <a:ext cx="9143998" cy="46177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E0162AD-C6E5-4BF8-A453-76ADB36877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86475" y="6406115"/>
            <a:ext cx="3057523" cy="464399"/>
          </a:xfrm>
          <a:prstGeom prst="rect">
            <a:avLst/>
          </a:prstGeom>
          <a:gradFill>
            <a:gsLst>
              <a:gs pos="19000">
                <a:srgbClr val="000000">
                  <a:alpha val="31000"/>
                </a:srgbClr>
              </a:gs>
              <a:gs pos="99000">
                <a:schemeClr val="accent1"/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C681C32C-7AFC-4BB3-9088-65CBDFC5D1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9144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7956" y="4583953"/>
            <a:ext cx="3514393" cy="1465973"/>
          </a:xfrm>
        </p:spPr>
        <p:txBody>
          <a:bodyPr anchor="t">
            <a:normAutofit/>
          </a:bodyPr>
          <a:lstStyle/>
          <a:p>
            <a:r>
              <a:rPr lang="en-GB" sz="3500" dirty="0"/>
              <a:t>📊 Monthly Volume Trends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EABFEE-43E8-C949-507B-3401FD58BD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744"/>
          <a:stretch>
            <a:fillRect/>
          </a:stretch>
        </p:blipFill>
        <p:spPr>
          <a:xfrm>
            <a:off x="20" y="432"/>
            <a:ext cx="9143980" cy="4244759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4583953"/>
            <a:ext cx="4229100" cy="1465973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endParaRPr lang="en-GB" sz="1400" dirty="0"/>
          </a:p>
          <a:p>
            <a:pPr>
              <a:lnSpc>
                <a:spcPct val="90000"/>
              </a:lnSpc>
            </a:pPr>
            <a:r>
              <a:rPr lang="en-GB" sz="1400" dirty="0"/>
              <a:t>KEY INSIGHTS:</a:t>
            </a:r>
          </a:p>
          <a:p>
            <a:pPr>
              <a:lnSpc>
                <a:spcPct val="90000"/>
              </a:lnSpc>
            </a:pPr>
            <a:r>
              <a:rPr lang="en-GB" sz="1400" dirty="0"/>
              <a:t>• 📈 Quarter-End Peaks: Mar, Jun, Sep, Dec → Reporting pressure</a:t>
            </a:r>
          </a:p>
          <a:p>
            <a:pPr>
              <a:lnSpc>
                <a:spcPct val="90000"/>
              </a:lnSpc>
            </a:pPr>
            <a:r>
              <a:rPr lang="en-GB" sz="1400" dirty="0"/>
              <a:t>• 📉 Summer Dip: July–August → then Q4 surge</a:t>
            </a:r>
          </a:p>
          <a:p>
            <a:pPr>
              <a:lnSpc>
                <a:spcPct val="90000"/>
              </a:lnSpc>
            </a:pPr>
            <a:r>
              <a:rPr lang="en-GB" sz="1400" dirty="0"/>
              <a:t>• 💡 BUSINESS VALUE: Staffing forecasts — prepare for peaks</a:t>
            </a:r>
          </a:p>
          <a:p>
            <a:pPr>
              <a:lnSpc>
                <a:spcPct val="90000"/>
              </a:lnSpc>
            </a:pPr>
            <a:endParaRPr lang="en-GB" sz="90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99C0ED0-69DE-4C31-A5CF-E2A46FD302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9144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D42B8BD-40AF-488E-8A79-D7256C9172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028950" y="6400799"/>
            <a:ext cx="611504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681C32C-7AFC-4BB3-9088-65CBDFC5D1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9144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7956" y="4583953"/>
            <a:ext cx="3514393" cy="1465973"/>
          </a:xfrm>
        </p:spPr>
        <p:txBody>
          <a:bodyPr anchor="t">
            <a:normAutofit/>
          </a:bodyPr>
          <a:lstStyle/>
          <a:p>
            <a:r>
              <a:rPr lang="en-GB" sz="3200"/>
              <a:t>📊 Baseline Model Performance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2AEF5B-E6DF-5881-A371-1D6FC8F933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796" b="25717"/>
          <a:stretch>
            <a:fillRect/>
          </a:stretch>
        </p:blipFill>
        <p:spPr>
          <a:xfrm>
            <a:off x="20" y="163757"/>
            <a:ext cx="9143980" cy="4244759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4583953"/>
            <a:ext cx="4229100" cy="1465973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endParaRPr lang="en-GB" sz="1100" dirty="0"/>
          </a:p>
          <a:p>
            <a:pPr>
              <a:lnSpc>
                <a:spcPct val="90000"/>
              </a:lnSpc>
            </a:pPr>
            <a:r>
              <a:rPr lang="en-GB" sz="1100" dirty="0"/>
              <a:t>HOW TO READ THIS MATRIX:</a:t>
            </a:r>
          </a:p>
          <a:p>
            <a:pPr>
              <a:lnSpc>
                <a:spcPct val="90000"/>
              </a:lnSpc>
            </a:pPr>
            <a:endParaRPr lang="en-GB" sz="1100" dirty="0"/>
          </a:p>
          <a:p>
            <a:pPr>
              <a:lnSpc>
                <a:spcPct val="90000"/>
              </a:lnSpc>
            </a:pPr>
            <a:r>
              <a:rPr lang="en-GB" sz="1100" dirty="0"/>
              <a:t>                  PREDICTED ON-TIME    |    PREDICTED BREACH</a:t>
            </a:r>
          </a:p>
          <a:p>
            <a:pPr>
              <a:lnSpc>
                <a:spcPct val="90000"/>
              </a:lnSpc>
            </a:pPr>
            <a:r>
              <a:rPr lang="en-GB" sz="1100" dirty="0"/>
              <a:t>    ACTUAL</a:t>
            </a:r>
          </a:p>
          <a:p>
            <a:pPr>
              <a:lnSpc>
                <a:spcPct val="90000"/>
              </a:lnSpc>
            </a:pPr>
            <a:r>
              <a:rPr lang="en-GB" sz="1100" dirty="0"/>
              <a:t>     On-Time           ✅ CORRECT       |       ❌ FALSE ALARM</a:t>
            </a:r>
          </a:p>
          <a:p>
            <a:pPr>
              <a:lnSpc>
                <a:spcPct val="90000"/>
              </a:lnSpc>
            </a:pPr>
            <a:r>
              <a:rPr lang="en-GB" sz="1100" dirty="0"/>
              <a:t>     Breach            ❌ MISSED       |        ✅ CAUGHT</a:t>
            </a:r>
          </a:p>
          <a:p>
            <a:pPr>
              <a:lnSpc>
                <a:spcPct val="90000"/>
              </a:lnSpc>
            </a:pPr>
            <a:endParaRPr lang="en-GB" sz="1100" dirty="0"/>
          </a:p>
          <a:p>
            <a:pPr>
              <a:lnSpc>
                <a:spcPct val="90000"/>
              </a:lnSpc>
            </a:pPr>
            <a:r>
              <a:rPr lang="en-GB" sz="1100" dirty="0"/>
              <a:t>    💡 GOAL: MINIMISE BOTTOM-LEFT CELL → NEVER MISS A REAL BREACH</a:t>
            </a:r>
          </a:p>
          <a:p>
            <a:pPr>
              <a:lnSpc>
                <a:spcPct val="90000"/>
              </a:lnSpc>
            </a:pPr>
            <a:endParaRPr lang="en-GB" sz="11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99C0ED0-69DE-4C31-A5CF-E2A46FD302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9144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42B8BD-40AF-488E-8A79-D7256C9172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028950" y="6400799"/>
            <a:ext cx="611504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681C32C-7AFC-4BB3-9088-65CBDFC5D1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9144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7956" y="4583953"/>
            <a:ext cx="3514393" cy="1465973"/>
          </a:xfrm>
        </p:spPr>
        <p:txBody>
          <a:bodyPr anchor="t">
            <a:normAutofit/>
          </a:bodyPr>
          <a:lstStyle/>
          <a:p>
            <a:r>
              <a:rPr lang="en-US" sz="3200"/>
              <a:t>📈 Top Influential Factors — Baseline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E4CDEF-3C95-B541-1C85-1B1363D1EDF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03" b="20178"/>
          <a:stretch>
            <a:fillRect/>
          </a:stretch>
        </p:blipFill>
        <p:spPr>
          <a:xfrm>
            <a:off x="0" y="169598"/>
            <a:ext cx="9143980" cy="4244759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4583953"/>
            <a:ext cx="4229100" cy="146597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endParaRPr lang="en-GB" sz="1100" dirty="0"/>
          </a:p>
          <a:p>
            <a:pPr>
              <a:lnSpc>
                <a:spcPct val="90000"/>
              </a:lnSpc>
            </a:pPr>
            <a:r>
              <a:rPr lang="en-GB" sz="1100" dirty="0"/>
              <a:t>TOP RISK FACTORS IDENTIFIED:</a:t>
            </a:r>
          </a:p>
          <a:p>
            <a:pPr>
              <a:lnSpc>
                <a:spcPct val="90000"/>
              </a:lnSpc>
            </a:pPr>
            <a:r>
              <a:rPr lang="en-GB" sz="1100" dirty="0"/>
              <a:t>    1. ⏰ Hour of Creation    → Late day = less time = higher risk</a:t>
            </a:r>
          </a:p>
          <a:p>
            <a:pPr>
              <a:lnSpc>
                <a:spcPct val="90000"/>
              </a:lnSpc>
            </a:pPr>
            <a:r>
              <a:rPr lang="en-GB" sz="1100" dirty="0"/>
              <a:t>    2. 📅 Day of Week         → Friday/weekend = high risk</a:t>
            </a:r>
          </a:p>
          <a:p>
            <a:pPr>
              <a:lnSpc>
                <a:spcPct val="90000"/>
              </a:lnSpc>
            </a:pPr>
            <a:r>
              <a:rPr lang="en-GB" sz="1100" dirty="0"/>
              <a:t>    3. 🔴 Priority Level      → P1 = tightest deadline</a:t>
            </a:r>
          </a:p>
          <a:p>
            <a:pPr>
              <a:lnSpc>
                <a:spcPct val="90000"/>
              </a:lnSpc>
            </a:pPr>
            <a:r>
              <a:rPr lang="en-GB" sz="1100" dirty="0"/>
              <a:t>    4. 🏢 Contract Tier        → Higher tiers = stricter SLA</a:t>
            </a:r>
          </a:p>
          <a:p>
            <a:pPr>
              <a:lnSpc>
                <a:spcPct val="90000"/>
              </a:lnSpc>
            </a:pPr>
            <a:r>
              <a:rPr lang="en-GB" sz="1100" dirty="0"/>
              <a:t>    5. 📊 Monthly Patterns     → End-of-period volume spikes</a:t>
            </a:r>
          </a:p>
          <a:p>
            <a:pPr>
              <a:lnSpc>
                <a:spcPct val="90000"/>
              </a:lnSpc>
            </a:pPr>
            <a:endParaRPr lang="en-GB" sz="11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99C0ED0-69DE-4C31-A5CF-E2A46FD302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9144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42B8BD-40AF-488E-8A79-D7256C9172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028950" y="6400799"/>
            <a:ext cx="611504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297" y="502020"/>
            <a:ext cx="3992787" cy="1642970"/>
          </a:xfrm>
        </p:spPr>
        <p:txBody>
          <a:bodyPr anchor="b">
            <a:normAutofit/>
          </a:bodyPr>
          <a:lstStyle/>
          <a:p>
            <a:r>
              <a:rPr lang="en-GB" sz="3500"/>
              <a:t>📊 Baseline Model Scorecard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8692" y="2405894"/>
            <a:ext cx="3986392" cy="3535083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endParaRPr lang="en-US" sz="1300" dirty="0"/>
          </a:p>
          <a:p>
            <a:pPr>
              <a:lnSpc>
                <a:spcPct val="90000"/>
              </a:lnSpc>
            </a:pPr>
            <a:r>
              <a:rPr lang="en-US" sz="1300" dirty="0"/>
              <a:t>BENCHMARK ESTABLISHED:</a:t>
            </a:r>
          </a:p>
          <a:p>
            <a:pPr>
              <a:lnSpc>
                <a:spcPct val="90000"/>
              </a:lnSpc>
            </a:pPr>
            <a:r>
              <a:rPr lang="en-US" sz="1300" dirty="0"/>
              <a:t>    • Accuracy   → Overall % correct predictions</a:t>
            </a:r>
          </a:p>
          <a:p>
            <a:pPr>
              <a:lnSpc>
                <a:spcPct val="90000"/>
              </a:lnSpc>
            </a:pPr>
            <a:r>
              <a:rPr lang="en-US" sz="1300" dirty="0"/>
              <a:t>    • Precision  → % flagged that ACTUALLY breach</a:t>
            </a:r>
          </a:p>
          <a:p>
            <a:pPr>
              <a:lnSpc>
                <a:spcPct val="90000"/>
              </a:lnSpc>
            </a:pPr>
            <a:r>
              <a:rPr lang="en-US" sz="1300" dirty="0"/>
              <a:t>    • Recall     → % of REAL breaches successfully caught</a:t>
            </a:r>
          </a:p>
          <a:p>
            <a:pPr>
              <a:lnSpc>
                <a:spcPct val="90000"/>
              </a:lnSpc>
            </a:pPr>
            <a:r>
              <a:rPr lang="en-US" sz="1300" dirty="0"/>
              <a:t>    • ROC-AUC    → Overall predictive power (higher = better)</a:t>
            </a:r>
          </a:p>
          <a:p>
            <a:pPr>
              <a:lnSpc>
                <a:spcPct val="90000"/>
              </a:lnSpc>
            </a:pPr>
            <a:endParaRPr lang="en-US" sz="1300" dirty="0"/>
          </a:p>
          <a:p>
            <a:pPr>
              <a:lnSpc>
                <a:spcPct val="90000"/>
              </a:lnSpc>
            </a:pPr>
            <a:r>
              <a:rPr lang="en-US" sz="1300" dirty="0"/>
              <a:t>    🎯 THIS IS THE BENCHMARK — STEP 4 MUST BEAT THESE!</a:t>
            </a:r>
          </a:p>
          <a:p>
            <a:pPr>
              <a:lnSpc>
                <a:spcPct val="90000"/>
              </a:lnSpc>
            </a:pPr>
            <a:endParaRPr lang="en-US" sz="13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2499" y="-5"/>
            <a:ext cx="306939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2499" y="-2"/>
            <a:ext cx="306939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2499" y="-22"/>
            <a:ext cx="3051501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2499" y="-10"/>
            <a:ext cx="2708601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B18B09-BB88-A715-8E7D-00B38C3F26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4643" y="1325217"/>
            <a:ext cx="4459357" cy="387626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297" y="502020"/>
            <a:ext cx="3992787" cy="164297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500"/>
              <a:t>📊 Production Model — XGBoost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8692" y="2405894"/>
            <a:ext cx="3986392" cy="3535083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endParaRPr lang="en-GB" sz="1600" dirty="0"/>
          </a:p>
          <a:p>
            <a:pPr>
              <a:lnSpc>
                <a:spcPct val="90000"/>
              </a:lnSpc>
            </a:pPr>
            <a:r>
              <a:rPr lang="en-GB" sz="2000" dirty="0"/>
              <a:t>IMPROVEMENT vs BASELINE:</a:t>
            </a:r>
          </a:p>
          <a:p>
            <a:pPr>
              <a:lnSpc>
                <a:spcPct val="90000"/>
              </a:lnSpc>
            </a:pPr>
            <a:r>
              <a:rPr lang="en-GB" sz="2000" dirty="0"/>
              <a:t>    • ✅ Fewer missed breaches     → Bottom-Left cell ↓</a:t>
            </a:r>
          </a:p>
          <a:p>
            <a:pPr>
              <a:lnSpc>
                <a:spcPct val="90000"/>
              </a:lnSpc>
            </a:pPr>
            <a:r>
              <a:rPr lang="en-GB" sz="2000" dirty="0"/>
              <a:t>    • ✅ Fewer false alarms        → Top-Right cell ↓</a:t>
            </a:r>
          </a:p>
          <a:p>
            <a:pPr>
              <a:lnSpc>
                <a:spcPct val="90000"/>
              </a:lnSpc>
            </a:pPr>
            <a:r>
              <a:rPr lang="en-GB" sz="2000" dirty="0"/>
              <a:t>    • ✅ More correct predictions  → Diagonal cells ↑</a:t>
            </a:r>
          </a:p>
          <a:p>
            <a:pPr>
              <a:lnSpc>
                <a:spcPct val="90000"/>
              </a:lnSpc>
            </a:pPr>
            <a:r>
              <a:rPr lang="en-GB" sz="2000" dirty="0"/>
              <a:t>    • 🏆 </a:t>
            </a:r>
            <a:r>
              <a:rPr lang="en-GB" sz="2000" dirty="0" err="1"/>
              <a:t>XGBoost</a:t>
            </a:r>
            <a:r>
              <a:rPr lang="en-GB" sz="2000" dirty="0"/>
              <a:t> = CLEAR IMPROVEMENT across ALL metrics</a:t>
            </a:r>
          </a:p>
          <a:p>
            <a:pPr>
              <a:lnSpc>
                <a:spcPct val="90000"/>
              </a:lnSpc>
            </a:pPr>
            <a:endParaRPr lang="en-GB" sz="16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2499" y="-5"/>
            <a:ext cx="306939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2499" y="-2"/>
            <a:ext cx="306939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2499" y="-22"/>
            <a:ext cx="3051501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2499" y="-10"/>
            <a:ext cx="2708601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EBE6E3-E035-C4DD-30A9-D56CD91E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7287" y="1398104"/>
            <a:ext cx="4346713" cy="406179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297" y="502020"/>
            <a:ext cx="3992787" cy="1642970"/>
          </a:xfrm>
        </p:spPr>
        <p:txBody>
          <a:bodyPr anchor="b">
            <a:normAutofit/>
          </a:bodyPr>
          <a:lstStyle/>
          <a:p>
            <a:r>
              <a:rPr lang="en-US" sz="3500"/>
              <a:t>📈 Top Breach Risk Factors — Final</a:t>
            </a:r>
          </a:p>
        </p:txBody>
      </p:sp>
      <p:sp>
        <p:nvSpPr>
          <p:cNvPr id="22" name="Content Placeholder 2"/>
          <p:cNvSpPr>
            <a:spLocks noGrp="1"/>
          </p:cNvSpPr>
          <p:nvPr>
            <p:ph idx="1"/>
          </p:nvPr>
        </p:nvSpPr>
        <p:spPr>
          <a:xfrm>
            <a:off x="858692" y="2405894"/>
            <a:ext cx="3986392" cy="3535083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endParaRPr lang="en-GB" sz="1100" dirty="0"/>
          </a:p>
          <a:p>
            <a:pPr>
              <a:lnSpc>
                <a:spcPct val="90000"/>
              </a:lnSpc>
            </a:pPr>
            <a:r>
              <a:rPr lang="en-GB" sz="1100" dirty="0"/>
              <a:t>🎯 FINAL TOP 5 BREACH RISK FACTORS:</a:t>
            </a:r>
          </a:p>
          <a:p>
            <a:pPr>
              <a:lnSpc>
                <a:spcPct val="90000"/>
              </a:lnSpc>
            </a:pPr>
            <a:endParaRPr lang="en-GB" sz="1100" dirty="0"/>
          </a:p>
          <a:p>
            <a:pPr>
              <a:lnSpc>
                <a:spcPct val="90000"/>
              </a:lnSpc>
            </a:pPr>
            <a:r>
              <a:rPr lang="en-GB" sz="1100" dirty="0"/>
              <a:t>    RANK   FACTOR                  WHY IT MATTERS</a:t>
            </a:r>
          </a:p>
          <a:p>
            <a:pPr>
              <a:lnSpc>
                <a:spcPct val="90000"/>
              </a:lnSpc>
            </a:pPr>
            <a:r>
              <a:rPr lang="en-GB" sz="1100" dirty="0"/>
              <a:t>    ───────────────────────────────────────────────────────</a:t>
            </a:r>
          </a:p>
          <a:p>
            <a:pPr>
              <a:lnSpc>
                <a:spcPct val="90000"/>
              </a:lnSpc>
            </a:pPr>
            <a:r>
              <a:rPr lang="en-GB" sz="1100" dirty="0"/>
              <a:t>     </a:t>
            </a:r>
            <a:r>
              <a:rPr lang="en-GB" sz="1400" dirty="0"/>
              <a:t>1     ⏰ Creation Hour        Late day = less time to respond</a:t>
            </a:r>
          </a:p>
          <a:p>
            <a:pPr>
              <a:lnSpc>
                <a:spcPct val="90000"/>
              </a:lnSpc>
            </a:pPr>
            <a:r>
              <a:rPr lang="en-GB" sz="1400" dirty="0"/>
              <a:t>     2     📅 Day of Week          Fri/Weekend = SLA expires while away</a:t>
            </a:r>
          </a:p>
          <a:p>
            <a:pPr>
              <a:lnSpc>
                <a:spcPct val="90000"/>
              </a:lnSpc>
            </a:pPr>
            <a:r>
              <a:rPr lang="en-GB" sz="1400" dirty="0"/>
              <a:t>     3     🔴 Priority Level       P1 = 8hr deadline = NO margin for error</a:t>
            </a:r>
          </a:p>
          <a:p>
            <a:pPr>
              <a:lnSpc>
                <a:spcPct val="90000"/>
              </a:lnSpc>
            </a:pPr>
            <a:r>
              <a:rPr lang="en-GB" sz="1400" dirty="0"/>
              <a:t>     4     🏢 Contract Tier        Higher tiers = stricter requirements</a:t>
            </a:r>
          </a:p>
          <a:p>
            <a:pPr>
              <a:lnSpc>
                <a:spcPct val="90000"/>
              </a:lnSpc>
            </a:pPr>
            <a:r>
              <a:rPr lang="en-GB" sz="1400" dirty="0"/>
              <a:t>     5     📊 Month/Quarter        End-of-period = volume surge</a:t>
            </a:r>
          </a:p>
          <a:p>
            <a:pPr>
              <a:lnSpc>
                <a:spcPct val="90000"/>
              </a:lnSpc>
            </a:pPr>
            <a:endParaRPr lang="en-GB" sz="11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2499" y="-5"/>
            <a:ext cx="306939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2499" y="-2"/>
            <a:ext cx="306939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2499" y="-22"/>
            <a:ext cx="3051501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2499" y="-10"/>
            <a:ext cx="2708601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6C236E-7AF8-DAAA-A649-73A4D009AA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7774" y="1046922"/>
            <a:ext cx="4426225" cy="434671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39520"/>
            <a:ext cx="2571750" cy="1719072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900"/>
              <a:t>📊 Production Model Scorecard — XGBoost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573756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202" y="2807208"/>
            <a:ext cx="2571750" cy="3410712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endParaRPr lang="en-GB" sz="1300" dirty="0"/>
          </a:p>
          <a:p>
            <a:pPr>
              <a:lnSpc>
                <a:spcPct val="90000"/>
              </a:lnSpc>
            </a:pPr>
            <a:r>
              <a:rPr lang="en-GB" sz="1300" dirty="0"/>
              <a:t>✅ XGBOOST RESULTS:</a:t>
            </a:r>
          </a:p>
          <a:p>
            <a:pPr>
              <a:lnSpc>
                <a:spcPct val="90000"/>
              </a:lnSpc>
            </a:pPr>
            <a:r>
              <a:rPr lang="en-GB" sz="1300" dirty="0"/>
              <a:t>    • Accuracy   → ✅ HIGH</a:t>
            </a:r>
          </a:p>
          <a:p>
            <a:pPr>
              <a:lnSpc>
                <a:spcPct val="90000"/>
              </a:lnSpc>
            </a:pPr>
            <a:r>
              <a:rPr lang="en-GB" sz="1300" dirty="0"/>
              <a:t>    • Precision  → ✅ RELIABLE ALERTS</a:t>
            </a:r>
          </a:p>
          <a:p>
            <a:pPr>
              <a:lnSpc>
                <a:spcPct val="90000"/>
              </a:lnSpc>
            </a:pPr>
            <a:r>
              <a:rPr lang="en-GB" sz="1300" dirty="0"/>
              <a:t>    • Recall     → ✅ MOST BREACHES CAUGHT</a:t>
            </a:r>
          </a:p>
          <a:p>
            <a:pPr>
              <a:lnSpc>
                <a:spcPct val="90000"/>
              </a:lnSpc>
            </a:pPr>
            <a:r>
              <a:rPr lang="en-GB" sz="1300" dirty="0"/>
              <a:t>    • ROC-AUC    → ✅ EXCELLENT PREDICTIVE POWER</a:t>
            </a:r>
          </a:p>
          <a:p>
            <a:pPr>
              <a:lnSpc>
                <a:spcPct val="90000"/>
              </a:lnSpc>
            </a:pPr>
            <a:endParaRPr lang="en-GB" sz="13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F303D3-F447-E379-D822-CFE1B6A61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3779" y="1500272"/>
            <a:ext cx="6220221" cy="423288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/>
              <a:t>🏆 Baseline vs Production —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sz="2000" dirty="0"/>
          </a:p>
          <a:p>
            <a:r>
              <a:rPr sz="2000" dirty="0"/>
              <a:t>METRIC          BASELINE (Logistic)    PRODUCTION (</a:t>
            </a:r>
            <a:r>
              <a:rPr sz="2000" dirty="0" err="1"/>
              <a:t>XGBoost</a:t>
            </a:r>
            <a:r>
              <a:rPr sz="2000" dirty="0"/>
              <a:t>)    RESULT</a:t>
            </a:r>
          </a:p>
          <a:p>
            <a:r>
              <a:rPr sz="2000" dirty="0"/>
              <a:t>──────────────────────────────────────────────────────────────────────</a:t>
            </a:r>
          </a:p>
          <a:p>
            <a:r>
              <a:rPr sz="2000" dirty="0"/>
              <a:t>Accuracy        Benchmark              ✅ HIGHER               ⬆️ IMPROVED</a:t>
            </a:r>
          </a:p>
          <a:p>
            <a:r>
              <a:rPr sz="2000" dirty="0"/>
              <a:t>Precision       Benchmark              ✅ HIGHER               ⬆️ FEWER ALARMS</a:t>
            </a:r>
          </a:p>
          <a:p>
            <a:r>
              <a:rPr sz="2000" dirty="0"/>
              <a:t>Recall          Benchmark              ✅ HIGHER               ⬆️ FEWER MISSED</a:t>
            </a:r>
          </a:p>
          <a:p>
            <a:r>
              <a:rPr sz="2000" dirty="0"/>
              <a:t>ROC-AUC         Baseline Score         ✅ HIGHER               🏆 BETTER MODEL</a:t>
            </a:r>
          </a:p>
          <a:p>
            <a:endParaRPr sz="2000" dirty="0"/>
          </a:p>
          <a:p>
            <a:r>
              <a:rPr sz="2000" dirty="0"/>
              <a:t>✅ CONCLUSION: </a:t>
            </a:r>
            <a:r>
              <a:rPr sz="2000" dirty="0" err="1"/>
              <a:t>XGBoost</a:t>
            </a:r>
            <a:r>
              <a:rPr sz="2000" dirty="0"/>
              <a:t> BEATS Baseline on ALL metrics → SELECTED</a:t>
            </a:r>
          </a:p>
          <a:p>
            <a:r>
              <a:rPr sz="2000" dirty="0"/>
              <a:t>   as the PRODUCTION MODEL</a:t>
            </a:r>
          </a:p>
          <a:p>
            <a:endParaRPr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💡 Key Findings &amp; Business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sz="2000" dirty="0"/>
          </a:p>
          <a:p>
            <a:r>
              <a:rPr sz="2000" dirty="0"/>
              <a:t>🎯 TOP 3 BREACH RISK FACTORS:</a:t>
            </a:r>
          </a:p>
          <a:p>
            <a:r>
              <a:rPr sz="2000" dirty="0"/>
              <a:t>    1. ⏰ Tickets created LATE IN THE DAY → insufficient working hours</a:t>
            </a:r>
          </a:p>
          <a:p>
            <a:r>
              <a:rPr sz="2000" dirty="0"/>
              <a:t>    2. 📅 FRIDAY &amp; WEEKEND tickets → SLA clock runs while staff away</a:t>
            </a:r>
          </a:p>
          <a:p>
            <a:r>
              <a:rPr sz="2000" dirty="0"/>
              <a:t>    3. 🔴 PRIORITY 1 tickets → 8hr deadline = zero margin for error</a:t>
            </a:r>
          </a:p>
          <a:p>
            <a:endParaRPr sz="2000" dirty="0"/>
          </a:p>
          <a:p>
            <a:r>
              <a:rPr sz="2000" dirty="0"/>
              <a:t>💰 BUSINESS IMPACT:</a:t>
            </a:r>
          </a:p>
          <a:p>
            <a:r>
              <a:rPr sz="2000" dirty="0"/>
              <a:t>    • ✅ PREDICT BEFORE BREACH → reduce financial penalties</a:t>
            </a:r>
          </a:p>
          <a:p>
            <a:r>
              <a:rPr sz="2000" dirty="0"/>
              <a:t>    • ✅ SCHEDULE SMARTER → know peak hours, days, months</a:t>
            </a:r>
          </a:p>
          <a:p>
            <a:r>
              <a:rPr sz="2000" dirty="0"/>
              <a:t>    • ✅ FOCUS INTERVENTION → top 3 factors = where to act</a:t>
            </a:r>
          </a:p>
          <a:p>
            <a:r>
              <a:rPr sz="2000" dirty="0"/>
              <a:t>    • ✅ FULL VISIBILITY → 10 charts = complete transparency</a:t>
            </a:r>
          </a:p>
          <a:p>
            <a:endParaRPr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✅ Project Complete — Deliverables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endParaRPr sz="1600" dirty="0"/>
          </a:p>
          <a:p>
            <a:r>
              <a:rPr sz="1600" dirty="0"/>
              <a:t>STEP     DELIVERABLE                          STATUS</a:t>
            </a:r>
          </a:p>
          <a:p>
            <a:r>
              <a:rPr sz="1600" dirty="0"/>
              <a:t>───────────────────────────────────────────────────────────</a:t>
            </a:r>
          </a:p>
          <a:p>
            <a:r>
              <a:rPr sz="1600" dirty="0"/>
              <a:t>Step 1   Data Loading &amp; Validation            ✅ DONE</a:t>
            </a:r>
          </a:p>
          <a:p>
            <a:r>
              <a:rPr sz="1600" dirty="0"/>
              <a:t>Step 2   Features + 4 Trend Graphs            ✅ DONE</a:t>
            </a:r>
          </a:p>
          <a:p>
            <a:r>
              <a:rPr sz="1600" dirty="0"/>
              <a:t>Step 3   Baseline Model + 3 Graphs            ✅ DONE</a:t>
            </a:r>
          </a:p>
          <a:p>
            <a:r>
              <a:rPr sz="1600" dirty="0"/>
              <a:t>Step 4   </a:t>
            </a:r>
            <a:r>
              <a:rPr sz="1600" dirty="0" err="1"/>
              <a:t>XGBoost</a:t>
            </a:r>
            <a:r>
              <a:rPr sz="1600" dirty="0"/>
              <a:t> Model + 3 Graphs            ✅ DONE</a:t>
            </a:r>
          </a:p>
          <a:p>
            <a:r>
              <a:rPr sz="1600" dirty="0"/>
              <a:t>💾 </a:t>
            </a:r>
            <a:r>
              <a:rPr sz="1600" dirty="0" err="1"/>
              <a:t>production_model.pkl</a:t>
            </a:r>
            <a:r>
              <a:rPr sz="1600" dirty="0"/>
              <a:t> — FINAL MODEL         ✅ SAVED</a:t>
            </a:r>
          </a:p>
          <a:p>
            <a:r>
              <a:rPr sz="1600" dirty="0"/>
              <a:t>📄 All Code + Metrics — GitHub Repository     ✅ PUSHED &amp; LIVE</a:t>
            </a:r>
          </a:p>
          <a:p>
            <a:endParaRPr sz="1600" dirty="0"/>
          </a:p>
          <a:p>
            <a:r>
              <a:rPr sz="1600" dirty="0"/>
              <a:t>🚀 NEXT STEPS:</a:t>
            </a:r>
          </a:p>
          <a:p>
            <a:r>
              <a:rPr sz="1600" dirty="0"/>
              <a:t>    • Connect to Power BI → Real-time alerts</a:t>
            </a:r>
          </a:p>
          <a:p>
            <a:r>
              <a:rPr sz="1600" dirty="0"/>
              <a:t>    • Integrate with Live System → Daily predictions</a:t>
            </a:r>
          </a:p>
          <a:p>
            <a:r>
              <a:rPr sz="1600" dirty="0"/>
              <a:t>    • Add SHAP Explainability → Show WHY each ticket flagged</a:t>
            </a:r>
          </a:p>
          <a:p>
            <a:endParaRPr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🙏 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47500" lnSpcReduction="20000"/>
          </a:bodyPr>
          <a:lstStyle/>
          <a:p>
            <a:endParaRPr dirty="0"/>
          </a:p>
          <a:p>
            <a:r>
              <a:rPr dirty="0"/>
              <a:t>🌐 GITHUB REPOSITORY:</a:t>
            </a:r>
          </a:p>
          <a:p>
            <a:r>
              <a:rPr dirty="0"/>
              <a:t>https://github.com/onipedesamson/NorthBridge-SLA-Breach-Prediction</a:t>
            </a:r>
          </a:p>
          <a:p>
            <a:endParaRPr dirty="0"/>
          </a:p>
          <a:p>
            <a:endParaRPr dirty="0"/>
          </a:p>
          <a:p>
            <a:r>
              <a:rPr dirty="0"/>
              <a:t>"From Reactive Monitoring → Proactive Prediction"</a:t>
            </a:r>
          </a:p>
          <a:p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</TotalTime>
  <Words>1078</Words>
  <Application>Microsoft Office PowerPoint</Application>
  <PresentationFormat>On-screen Show (4:3)</PresentationFormat>
  <Paragraphs>164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🩺 NorthBridge Health Services SLA Breach Prediction</vt:lpstr>
      <vt:lpstr>📋 Project Overview</vt:lpstr>
      <vt:lpstr>⚠️ Business Problem</vt:lpstr>
      <vt:lpstr>🏗️ Solution Approach</vt:lpstr>
      <vt:lpstr>📊 Ticket Volume by Hour</vt:lpstr>
      <vt:lpstr>📊 Ticket Volume by Day of Week</vt:lpstr>
      <vt:lpstr>📊 Weekday vs Weekend Risk</vt:lpstr>
      <vt:lpstr>📊 Monthly Volume Trends</vt:lpstr>
      <vt:lpstr>📊 Baseline Model Performance</vt:lpstr>
      <vt:lpstr>📈 Top Influential Factors — Baseline</vt:lpstr>
      <vt:lpstr>📊 Baseline Model Scorecard</vt:lpstr>
      <vt:lpstr>📊 Production Model — XGBoost Performance</vt:lpstr>
      <vt:lpstr>📈 Top Breach Risk Factors — Final</vt:lpstr>
      <vt:lpstr>📊 Production Model Scorecard — XGBoost</vt:lpstr>
      <vt:lpstr>🏆 Baseline vs Production — Comparison</vt:lpstr>
      <vt:lpstr>💡 Key Findings &amp; Business Impact</vt:lpstr>
      <vt:lpstr>✅ Project Complete — Deliverables</vt:lpstr>
      <vt:lpstr>🙏 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Samson Onipede</cp:lastModifiedBy>
  <cp:revision>1</cp:revision>
  <dcterms:created xsi:type="dcterms:W3CDTF">2013-01-27T09:14:16Z</dcterms:created>
  <dcterms:modified xsi:type="dcterms:W3CDTF">2026-09-14T21:26:16Z</dcterms:modified>
  <cp:category/>
</cp:coreProperties>
</file>