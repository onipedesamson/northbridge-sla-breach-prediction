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3" r:id="rId23"/>
    <p:sldId id="280" r:id="rId24"/>
    <p:sldId id="281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657B2-44C7-4A89-8168-423245A74757}" v="2" dt="2026-09-14T19:21:20.642"/>
    <p1510:client id="{FDFC2E34-9523-4A73-BEB7-AAAFE7EC3918}" v="15" dt="2026-09-15T18:39:36.2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2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son Onipede" userId="f0b84d9300b3cf8e" providerId="LiveId" clId="{BDEE138C-B68A-4980-8617-4F64A00A7662}"/>
    <pc:docChg chg="undo custSel addSld delSld modSld sldOrd">
      <pc:chgData name="Samson Onipede" userId="f0b84d9300b3cf8e" providerId="LiveId" clId="{BDEE138C-B68A-4980-8617-4F64A00A7662}" dt="2026-09-15T18:40:28.665" v="239" actId="47"/>
      <pc:docMkLst>
        <pc:docMk/>
      </pc:docMkLst>
      <pc:sldChg chg="addSp delSp modSp mod">
        <pc:chgData name="Samson Onipede" userId="f0b84d9300b3cf8e" providerId="LiveId" clId="{BDEE138C-B68A-4980-8617-4F64A00A7662}" dt="2026-09-15T18:06:16.128" v="139" actId="1076"/>
        <pc:sldMkLst>
          <pc:docMk/>
          <pc:sldMk cId="0" sldId="256"/>
        </pc:sldMkLst>
        <pc:spChg chg="mod">
          <ac:chgData name="Samson Onipede" userId="f0b84d9300b3cf8e" providerId="LiveId" clId="{BDEE138C-B68A-4980-8617-4F64A00A7662}" dt="2026-09-15T18:06:04.840" v="136" actId="26606"/>
          <ac:spMkLst>
            <pc:docMk/>
            <pc:sldMk cId="0" sldId="256"/>
            <ac:spMk id="2" creationId="{00000000-0000-0000-0000-000000000000}"/>
          </ac:spMkLst>
        </pc:spChg>
        <pc:spChg chg="add del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8" creationId="{6F5A5072-7B47-4D32-B52A-4EBBF590B8A5}"/>
          </ac:spMkLst>
        </pc:spChg>
        <pc:spChg chg="add del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10" creationId="{9715DAF0-AE1B-46C9-8A6B-DB2AA05AB91D}"/>
          </ac:spMkLst>
        </pc:spChg>
        <pc:spChg chg="add del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14" creationId="{AFF4A713-7B75-4B21-90D7-5AB19547C728}"/>
          </ac:spMkLst>
        </pc:spChg>
        <pc:spChg chg="add del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16" creationId="{DC631C0B-6DA6-4E57-8231-CE32B3434A7E}"/>
          </ac:spMkLst>
        </pc:spChg>
        <pc:spChg chg="add del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18" creationId="{C29501E6-A978-4A61-9689-9085AF97A53A}"/>
          </ac:spMkLst>
        </pc:spChg>
        <pc:spChg chg="add del">
          <ac:chgData name="Samson Onipede" userId="f0b84d9300b3cf8e" providerId="LiveId" clId="{BDEE138C-B68A-4980-8617-4F64A00A7662}" dt="2026-09-15T18:06:04.840" v="136" actId="26606"/>
          <ac:spMkLst>
            <pc:docMk/>
            <pc:sldMk cId="0" sldId="256"/>
            <ac:spMk id="23" creationId="{0671A8AE-40A1-4631-A6B8-581AFF065482}"/>
          </ac:spMkLst>
        </pc:spChg>
        <pc:spChg chg="add del">
          <ac:chgData name="Samson Onipede" userId="f0b84d9300b3cf8e" providerId="LiveId" clId="{BDEE138C-B68A-4980-8617-4F64A00A7662}" dt="2026-09-15T18:06:04.840" v="136" actId="26606"/>
          <ac:spMkLst>
            <pc:docMk/>
            <pc:sldMk cId="0" sldId="256"/>
            <ac:spMk id="25" creationId="{AB58EF07-17C2-48CF-ABB0-EEF1F17CB8F0}"/>
          </ac:spMkLst>
        </pc:spChg>
        <pc:spChg chg="add del">
          <ac:chgData name="Samson Onipede" userId="f0b84d9300b3cf8e" providerId="LiveId" clId="{BDEE138C-B68A-4980-8617-4F64A00A7662}" dt="2026-09-15T18:06:04.840" v="136" actId="26606"/>
          <ac:spMkLst>
            <pc:docMk/>
            <pc:sldMk cId="0" sldId="256"/>
            <ac:spMk id="27" creationId="{AF2F604E-43BE-4DC3-B983-E071523364F8}"/>
          </ac:spMkLst>
        </pc:spChg>
        <pc:spChg chg="add del">
          <ac:chgData name="Samson Onipede" userId="f0b84d9300b3cf8e" providerId="LiveId" clId="{BDEE138C-B68A-4980-8617-4F64A00A7662}" dt="2026-09-15T18:06:04.840" v="136" actId="26606"/>
          <ac:spMkLst>
            <pc:docMk/>
            <pc:sldMk cId="0" sldId="256"/>
            <ac:spMk id="29" creationId="{08C9B587-E65E-4B52-B37C-ABEBB6E87928}"/>
          </ac:spMkLst>
        </pc:spChg>
        <pc:spChg chg="add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31" creationId="{E37EECFC-A684-4391-AE85-4CDAF5565F61}"/>
          </ac:spMkLst>
        </pc:spChg>
        <pc:spChg chg="add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32" creationId="{A8384FB5-9ADC-4DDC-881B-597D56F5B15D}"/>
          </ac:spMkLst>
        </pc:spChg>
        <pc:spChg chg="add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33" creationId="{BC05CA36-AD6A-4ABF-9A05-52E5A143D2BB}"/>
          </ac:spMkLst>
        </pc:spChg>
        <pc:spChg chg="add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34" creationId="{D4331EE8-85A4-4588-8D9E-70E534D477DB}"/>
          </ac:spMkLst>
        </pc:spChg>
        <pc:spChg chg="add">
          <ac:chgData name="Samson Onipede" userId="f0b84d9300b3cf8e" providerId="LiveId" clId="{BDEE138C-B68A-4980-8617-4F64A00A7662}" dt="2026-09-15T18:06:04.870" v="137" actId="26606"/>
          <ac:spMkLst>
            <pc:docMk/>
            <pc:sldMk cId="0" sldId="256"/>
            <ac:spMk id="35" creationId="{49D6C862-61CC-4B46-8080-96583D653BAB}"/>
          </ac:spMkLst>
        </pc:spChg>
        <pc:picChg chg="add mod">
          <ac:chgData name="Samson Onipede" userId="f0b84d9300b3cf8e" providerId="LiveId" clId="{BDEE138C-B68A-4980-8617-4F64A00A7662}" dt="2026-09-15T18:06:16.128" v="139" actId="1076"/>
          <ac:picMkLst>
            <pc:docMk/>
            <pc:sldMk cId="0" sldId="256"/>
            <ac:picMk id="5" creationId="{96C8944A-C28E-4962-FC00-5FBDDEAC44E4}"/>
          </ac:picMkLst>
        </pc:picChg>
      </pc:sldChg>
      <pc:sldChg chg="addSp modSp mod">
        <pc:chgData name="Samson Onipede" userId="f0b84d9300b3cf8e" providerId="LiveId" clId="{BDEE138C-B68A-4980-8617-4F64A00A7662}" dt="2026-09-15T18:13:15.381" v="163" actId="20577"/>
        <pc:sldMkLst>
          <pc:docMk/>
          <pc:sldMk cId="0" sldId="257"/>
        </pc:sldMkLst>
        <pc:spChg chg="mod">
          <ac:chgData name="Samson Onipede" userId="f0b84d9300b3cf8e" providerId="LiveId" clId="{BDEE138C-B68A-4980-8617-4F64A00A7662}" dt="2026-09-15T18:13:15.381" v="163" actId="20577"/>
          <ac:spMkLst>
            <pc:docMk/>
            <pc:sldMk cId="0" sldId="257"/>
            <ac:spMk id="3" creationId="{00000000-0000-0000-0000-000000000000}"/>
          </ac:spMkLst>
        </pc:spChg>
        <pc:picChg chg="add mod">
          <ac:chgData name="Samson Onipede" userId="f0b84d9300b3cf8e" providerId="LiveId" clId="{BDEE138C-B68A-4980-8617-4F64A00A7662}" dt="2026-09-15T18:06:45.754" v="144" actId="1076"/>
          <ac:picMkLst>
            <pc:docMk/>
            <pc:sldMk cId="0" sldId="257"/>
            <ac:picMk id="5" creationId="{7666998E-DEEE-75D6-D5AA-DB412298FE0F}"/>
          </ac:picMkLst>
        </pc:picChg>
      </pc:sldChg>
      <pc:sldChg chg="addSp mod">
        <pc:chgData name="Samson Onipede" userId="f0b84d9300b3cf8e" providerId="LiveId" clId="{BDEE138C-B68A-4980-8617-4F64A00A7662}" dt="2026-09-15T18:07:51.603" v="145" actId="22"/>
        <pc:sldMkLst>
          <pc:docMk/>
          <pc:sldMk cId="0" sldId="258"/>
        </pc:sldMkLst>
        <pc:picChg chg="add">
          <ac:chgData name="Samson Onipede" userId="f0b84d9300b3cf8e" providerId="LiveId" clId="{BDEE138C-B68A-4980-8617-4F64A00A7662}" dt="2026-09-15T18:07:51.603" v="145" actId="22"/>
          <ac:picMkLst>
            <pc:docMk/>
            <pc:sldMk cId="0" sldId="258"/>
            <ac:picMk id="5" creationId="{16D385B5-859A-7E4C-4C3B-872AB23FA790}"/>
          </ac:picMkLst>
        </pc:picChg>
      </pc:sldChg>
      <pc:sldChg chg="addSp mod">
        <pc:chgData name="Samson Onipede" userId="f0b84d9300b3cf8e" providerId="LiveId" clId="{BDEE138C-B68A-4980-8617-4F64A00A7662}" dt="2026-09-15T18:07:55.617" v="146" actId="22"/>
        <pc:sldMkLst>
          <pc:docMk/>
          <pc:sldMk cId="0" sldId="259"/>
        </pc:sldMkLst>
        <pc:picChg chg="add">
          <ac:chgData name="Samson Onipede" userId="f0b84d9300b3cf8e" providerId="LiveId" clId="{BDEE138C-B68A-4980-8617-4F64A00A7662}" dt="2026-09-15T18:07:55.617" v="146" actId="22"/>
          <ac:picMkLst>
            <pc:docMk/>
            <pc:sldMk cId="0" sldId="259"/>
            <ac:picMk id="5" creationId="{05CC4DAD-D50C-3CDE-A371-D6ED544563F0}"/>
          </ac:picMkLst>
        </pc:picChg>
      </pc:sldChg>
      <pc:sldChg chg="addSp mod">
        <pc:chgData name="Samson Onipede" userId="f0b84d9300b3cf8e" providerId="LiveId" clId="{BDEE138C-B68A-4980-8617-4F64A00A7662}" dt="2026-09-15T18:07:59.900" v="147" actId="22"/>
        <pc:sldMkLst>
          <pc:docMk/>
          <pc:sldMk cId="0" sldId="260"/>
        </pc:sldMkLst>
        <pc:picChg chg="add">
          <ac:chgData name="Samson Onipede" userId="f0b84d9300b3cf8e" providerId="LiveId" clId="{BDEE138C-B68A-4980-8617-4F64A00A7662}" dt="2026-09-15T18:07:59.900" v="147" actId="22"/>
          <ac:picMkLst>
            <pc:docMk/>
            <pc:sldMk cId="0" sldId="260"/>
            <ac:picMk id="6" creationId="{9DC9B529-D3F4-8655-2460-C9BA9361ED20}"/>
          </ac:picMkLst>
        </pc:picChg>
      </pc:sldChg>
      <pc:sldChg chg="addSp mod">
        <pc:chgData name="Samson Onipede" userId="f0b84d9300b3cf8e" providerId="LiveId" clId="{BDEE138C-B68A-4980-8617-4F64A00A7662}" dt="2026-09-15T18:08:03.667" v="148" actId="22"/>
        <pc:sldMkLst>
          <pc:docMk/>
          <pc:sldMk cId="0" sldId="261"/>
        </pc:sldMkLst>
        <pc:picChg chg="add">
          <ac:chgData name="Samson Onipede" userId="f0b84d9300b3cf8e" providerId="LiveId" clId="{BDEE138C-B68A-4980-8617-4F64A00A7662}" dt="2026-09-15T18:08:03.667" v="148" actId="22"/>
          <ac:picMkLst>
            <pc:docMk/>
            <pc:sldMk cId="0" sldId="261"/>
            <ac:picMk id="6" creationId="{39E666D5-3714-6FAF-1B19-675147720BDE}"/>
          </ac:picMkLst>
        </pc:picChg>
      </pc:sldChg>
      <pc:sldChg chg="addSp mod">
        <pc:chgData name="Samson Onipede" userId="f0b84d9300b3cf8e" providerId="LiveId" clId="{BDEE138C-B68A-4980-8617-4F64A00A7662}" dt="2026-09-15T18:08:07.089" v="149" actId="22"/>
        <pc:sldMkLst>
          <pc:docMk/>
          <pc:sldMk cId="0" sldId="262"/>
        </pc:sldMkLst>
        <pc:picChg chg="add">
          <ac:chgData name="Samson Onipede" userId="f0b84d9300b3cf8e" providerId="LiveId" clId="{BDEE138C-B68A-4980-8617-4F64A00A7662}" dt="2026-09-15T18:08:07.089" v="149" actId="22"/>
          <ac:picMkLst>
            <pc:docMk/>
            <pc:sldMk cId="0" sldId="262"/>
            <ac:picMk id="6" creationId="{47056022-BA87-80AB-AA19-370E70C2F7BE}"/>
          </ac:picMkLst>
        </pc:picChg>
      </pc:sldChg>
      <pc:sldChg chg="addSp mod">
        <pc:chgData name="Samson Onipede" userId="f0b84d9300b3cf8e" providerId="LiveId" clId="{BDEE138C-B68A-4980-8617-4F64A00A7662}" dt="2026-09-15T18:08:10.043" v="150" actId="22"/>
        <pc:sldMkLst>
          <pc:docMk/>
          <pc:sldMk cId="0" sldId="263"/>
        </pc:sldMkLst>
        <pc:picChg chg="add">
          <ac:chgData name="Samson Onipede" userId="f0b84d9300b3cf8e" providerId="LiveId" clId="{BDEE138C-B68A-4980-8617-4F64A00A7662}" dt="2026-09-15T18:08:10.043" v="150" actId="22"/>
          <ac:picMkLst>
            <pc:docMk/>
            <pc:sldMk cId="0" sldId="263"/>
            <ac:picMk id="6" creationId="{99A8BB8D-0F20-9D9E-DE96-3B2B5A2A9020}"/>
          </ac:picMkLst>
        </pc:picChg>
      </pc:sldChg>
      <pc:sldChg chg="addSp mod">
        <pc:chgData name="Samson Onipede" userId="f0b84d9300b3cf8e" providerId="LiveId" clId="{BDEE138C-B68A-4980-8617-4F64A00A7662}" dt="2026-09-15T18:08:12.938" v="151" actId="22"/>
        <pc:sldMkLst>
          <pc:docMk/>
          <pc:sldMk cId="0" sldId="265"/>
        </pc:sldMkLst>
        <pc:picChg chg="add">
          <ac:chgData name="Samson Onipede" userId="f0b84d9300b3cf8e" providerId="LiveId" clId="{BDEE138C-B68A-4980-8617-4F64A00A7662}" dt="2026-09-15T18:08:12.938" v="151" actId="22"/>
          <ac:picMkLst>
            <pc:docMk/>
            <pc:sldMk cId="0" sldId="265"/>
            <ac:picMk id="6" creationId="{34A6D51C-304E-CA4A-8BD7-0EE824D134A4}"/>
          </ac:picMkLst>
        </pc:picChg>
      </pc:sldChg>
      <pc:sldChg chg="addSp mod">
        <pc:chgData name="Samson Onipede" userId="f0b84d9300b3cf8e" providerId="LiveId" clId="{BDEE138C-B68A-4980-8617-4F64A00A7662}" dt="2026-09-15T18:08:16.927" v="152" actId="22"/>
        <pc:sldMkLst>
          <pc:docMk/>
          <pc:sldMk cId="0" sldId="266"/>
        </pc:sldMkLst>
        <pc:picChg chg="add">
          <ac:chgData name="Samson Onipede" userId="f0b84d9300b3cf8e" providerId="LiveId" clId="{BDEE138C-B68A-4980-8617-4F64A00A7662}" dt="2026-09-15T18:08:16.927" v="152" actId="22"/>
          <ac:picMkLst>
            <pc:docMk/>
            <pc:sldMk cId="0" sldId="266"/>
            <ac:picMk id="6" creationId="{C451893D-1E30-4705-CE6D-5DE6F0F67A98}"/>
          </ac:picMkLst>
        </pc:picChg>
      </pc:sldChg>
      <pc:sldChg chg="addSp mod">
        <pc:chgData name="Samson Onipede" userId="f0b84d9300b3cf8e" providerId="LiveId" clId="{BDEE138C-B68A-4980-8617-4F64A00A7662}" dt="2026-09-15T18:08:20.316" v="153" actId="22"/>
        <pc:sldMkLst>
          <pc:docMk/>
          <pc:sldMk cId="0" sldId="267"/>
        </pc:sldMkLst>
        <pc:picChg chg="add">
          <ac:chgData name="Samson Onipede" userId="f0b84d9300b3cf8e" providerId="LiveId" clId="{BDEE138C-B68A-4980-8617-4F64A00A7662}" dt="2026-09-15T18:08:20.316" v="153" actId="22"/>
          <ac:picMkLst>
            <pc:docMk/>
            <pc:sldMk cId="0" sldId="267"/>
            <ac:picMk id="6" creationId="{001E601D-B1AF-0FAE-3C99-CA9D24092BE3}"/>
          </ac:picMkLst>
        </pc:picChg>
      </pc:sldChg>
      <pc:sldChg chg="addSp mod">
        <pc:chgData name="Samson Onipede" userId="f0b84d9300b3cf8e" providerId="LiveId" clId="{BDEE138C-B68A-4980-8617-4F64A00A7662}" dt="2026-09-15T18:08:26.691" v="154" actId="22"/>
        <pc:sldMkLst>
          <pc:docMk/>
          <pc:sldMk cId="0" sldId="268"/>
        </pc:sldMkLst>
        <pc:picChg chg="add">
          <ac:chgData name="Samson Onipede" userId="f0b84d9300b3cf8e" providerId="LiveId" clId="{BDEE138C-B68A-4980-8617-4F64A00A7662}" dt="2026-09-15T18:08:26.691" v="154" actId="22"/>
          <ac:picMkLst>
            <pc:docMk/>
            <pc:sldMk cId="0" sldId="268"/>
            <ac:picMk id="4" creationId="{13BFBDD2-B290-9ED9-D12F-32CB7B2031D6}"/>
          </ac:picMkLst>
        </pc:picChg>
      </pc:sldChg>
      <pc:sldChg chg="addSp mod">
        <pc:chgData name="Samson Onipede" userId="f0b84d9300b3cf8e" providerId="LiveId" clId="{BDEE138C-B68A-4980-8617-4F64A00A7662}" dt="2026-09-15T18:08:31.030" v="155" actId="22"/>
        <pc:sldMkLst>
          <pc:docMk/>
          <pc:sldMk cId="0" sldId="269"/>
        </pc:sldMkLst>
        <pc:picChg chg="add">
          <ac:chgData name="Samson Onipede" userId="f0b84d9300b3cf8e" providerId="LiveId" clId="{BDEE138C-B68A-4980-8617-4F64A00A7662}" dt="2026-09-15T18:08:31.030" v="155" actId="22"/>
          <ac:picMkLst>
            <pc:docMk/>
            <pc:sldMk cId="0" sldId="269"/>
            <ac:picMk id="6" creationId="{38FAE40D-603C-F013-46FD-C3A9BE756CFA}"/>
          </ac:picMkLst>
        </pc:picChg>
      </pc:sldChg>
      <pc:sldChg chg="addSp modSp mod setBg">
        <pc:chgData name="Samson Onipede" userId="f0b84d9300b3cf8e" providerId="LiveId" clId="{BDEE138C-B68A-4980-8617-4F64A00A7662}" dt="2026-09-15T18:08:34.082" v="156" actId="22"/>
        <pc:sldMkLst>
          <pc:docMk/>
          <pc:sldMk cId="0" sldId="270"/>
        </pc:sldMkLst>
        <pc:spChg chg="mo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2" creationId="{00000000-0000-0000-0000-000000000000}"/>
          </ac:spMkLst>
        </pc:spChg>
        <pc:spChg chg="mo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8" creationId="{09588DA8-065E-4F6F-8EFD-43104AB2E0CF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10" creationId="{C4285719-470E-454C-AF62-8323075F1F5B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12" creationId="{CD9FE4EF-C4D8-49A0-B2FF-81D8DB7D8A24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14" creationId="{4300840D-0A0B-4512-BACA-B439D5B9C57C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16" creationId="{D2B78728-A580-49A7-84F9-6EF6F583ADE0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18" creationId="{38FAA1A1-D861-433F-88FA-1E9D6FD31D11}"/>
          </ac:spMkLst>
        </pc:spChg>
        <pc:spChg chg="add">
          <ac:chgData name="Samson Onipede" userId="f0b84d9300b3cf8e" providerId="LiveId" clId="{BDEE138C-B68A-4980-8617-4F64A00A7662}" dt="2026-09-15T15:42:08.099" v="53" actId="26606"/>
          <ac:spMkLst>
            <pc:docMk/>
            <pc:sldMk cId="0" sldId="270"/>
            <ac:spMk id="20" creationId="{8D71EDA1-87BF-4D5D-AB79-F346FD19278A}"/>
          </ac:spMkLst>
        </pc:spChg>
        <pc:picChg chg="add">
          <ac:chgData name="Samson Onipede" userId="f0b84d9300b3cf8e" providerId="LiveId" clId="{BDEE138C-B68A-4980-8617-4F64A00A7662}" dt="2026-09-15T18:08:34.082" v="156" actId="22"/>
          <ac:picMkLst>
            <pc:docMk/>
            <pc:sldMk cId="0" sldId="270"/>
            <ac:picMk id="5" creationId="{65DA9E0D-F25B-69DC-8A54-4A6A856E9939}"/>
          </ac:picMkLst>
        </pc:picChg>
      </pc:sldChg>
      <pc:sldChg chg="addSp modSp mod setBg">
        <pc:chgData name="Samson Onipede" userId="f0b84d9300b3cf8e" providerId="LiveId" clId="{BDEE138C-B68A-4980-8617-4F64A00A7662}" dt="2026-09-15T18:08:36.768" v="157" actId="22"/>
        <pc:sldMkLst>
          <pc:docMk/>
          <pc:sldMk cId="0" sldId="271"/>
        </pc:sldMkLst>
        <pc:spChg chg="mo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8" creationId="{09588DA8-065E-4F6F-8EFD-43104AB2E0CF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10" creationId="{C4285719-470E-454C-AF62-8323075F1F5B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12" creationId="{CD9FE4EF-C4D8-49A0-B2FF-81D8DB7D8A24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14" creationId="{4300840D-0A0B-4512-BACA-B439D5B9C57C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16" creationId="{D2B78728-A580-49A7-84F9-6EF6F583ADE0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18" creationId="{38FAA1A1-D861-433F-88FA-1E9D6FD31D11}"/>
          </ac:spMkLst>
        </pc:spChg>
        <pc:spChg chg="add">
          <ac:chgData name="Samson Onipede" userId="f0b84d9300b3cf8e" providerId="LiveId" clId="{BDEE138C-B68A-4980-8617-4F64A00A7662}" dt="2026-09-15T15:41:59.874" v="52" actId="26606"/>
          <ac:spMkLst>
            <pc:docMk/>
            <pc:sldMk cId="0" sldId="271"/>
            <ac:spMk id="20" creationId="{8D71EDA1-87BF-4D5D-AB79-F346FD19278A}"/>
          </ac:spMkLst>
        </pc:spChg>
        <pc:picChg chg="add">
          <ac:chgData name="Samson Onipede" userId="f0b84d9300b3cf8e" providerId="LiveId" clId="{BDEE138C-B68A-4980-8617-4F64A00A7662}" dt="2026-09-15T18:08:36.768" v="157" actId="22"/>
          <ac:picMkLst>
            <pc:docMk/>
            <pc:sldMk cId="0" sldId="271"/>
            <ac:picMk id="5" creationId="{5F532142-D74D-6B88-4D80-AD1E7C6521AF}"/>
          </ac:picMkLst>
        </pc:picChg>
      </pc:sldChg>
      <pc:sldChg chg="addSp modSp mod setBg">
        <pc:chgData name="Samson Onipede" userId="f0b84d9300b3cf8e" providerId="LiveId" clId="{BDEE138C-B68A-4980-8617-4F64A00A7662}" dt="2026-09-15T18:08:39.452" v="158" actId="22"/>
        <pc:sldMkLst>
          <pc:docMk/>
          <pc:sldMk cId="0" sldId="272"/>
        </pc:sldMkLst>
        <pc:spChg chg="mo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2" creationId="{00000000-0000-0000-0000-000000000000}"/>
          </ac:spMkLst>
        </pc:spChg>
        <pc:spChg chg="mo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3" creationId="{00000000-0000-0000-0000-000000000000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8" creationId="{09588DA8-065E-4F6F-8EFD-43104AB2E0CF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10" creationId="{C4285719-470E-454C-AF62-8323075F1F5B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12" creationId="{CD9FE4EF-C4D8-49A0-B2FF-81D8DB7D8A24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14" creationId="{4300840D-0A0B-4512-BACA-B439D5B9C57C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16" creationId="{D2B78728-A580-49A7-84F9-6EF6F583ADE0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18" creationId="{38FAA1A1-D861-433F-88FA-1E9D6FD31D11}"/>
          </ac:spMkLst>
        </pc:spChg>
        <pc:spChg chg="add">
          <ac:chgData name="Samson Onipede" userId="f0b84d9300b3cf8e" providerId="LiveId" clId="{BDEE138C-B68A-4980-8617-4F64A00A7662}" dt="2026-09-15T15:41:52.173" v="51" actId="26606"/>
          <ac:spMkLst>
            <pc:docMk/>
            <pc:sldMk cId="0" sldId="272"/>
            <ac:spMk id="20" creationId="{8D71EDA1-87BF-4D5D-AB79-F346FD19278A}"/>
          </ac:spMkLst>
        </pc:spChg>
        <pc:picChg chg="add">
          <ac:chgData name="Samson Onipede" userId="f0b84d9300b3cf8e" providerId="LiveId" clId="{BDEE138C-B68A-4980-8617-4F64A00A7662}" dt="2026-09-15T18:08:39.452" v="158" actId="22"/>
          <ac:picMkLst>
            <pc:docMk/>
            <pc:sldMk cId="0" sldId="272"/>
            <ac:picMk id="5" creationId="{D96E2391-995F-BCE0-FC55-587057C640AA}"/>
          </ac:picMkLst>
        </pc:picChg>
      </pc:sldChg>
      <pc:sldChg chg="addSp delSp modSp mod setBg">
        <pc:chgData name="Samson Onipede" userId="f0b84d9300b3cf8e" providerId="LiveId" clId="{BDEE138C-B68A-4980-8617-4F64A00A7662}" dt="2026-09-15T18:08:53.257" v="162" actId="22"/>
        <pc:sldMkLst>
          <pc:docMk/>
          <pc:sldMk cId="0" sldId="273"/>
        </pc:sldMkLst>
        <pc:spChg chg="del mod">
          <ac:chgData name="Samson Onipede" userId="f0b84d9300b3cf8e" providerId="LiveId" clId="{BDEE138C-B68A-4980-8617-4F64A00A7662}" dt="2026-09-15T17:53:04.887" v="117" actId="478"/>
          <ac:spMkLst>
            <pc:docMk/>
            <pc:sldMk cId="0" sldId="273"/>
            <ac:spMk id="2" creationId="{00000000-0000-0000-0000-000000000000}"/>
          </ac:spMkLst>
        </pc:spChg>
        <pc:spChg chg="mod">
          <ac:chgData name="Samson Onipede" userId="f0b84d9300b3cf8e" providerId="LiveId" clId="{BDEE138C-B68A-4980-8617-4F64A00A7662}" dt="2026-09-15T17:53:12.952" v="120" actId="1076"/>
          <ac:spMkLst>
            <pc:docMk/>
            <pc:sldMk cId="0" sldId="273"/>
            <ac:spMk id="3" creationId="{00000000-0000-0000-0000-000000000000}"/>
          </ac:spMkLst>
        </pc:spChg>
        <pc:spChg chg="add">
          <ac:chgData name="Samson Onipede" userId="f0b84d9300b3cf8e" providerId="LiveId" clId="{BDEE138C-B68A-4980-8617-4F64A00A7662}" dt="2026-09-15T17:52:00.320" v="110" actId="26606"/>
          <ac:spMkLst>
            <pc:docMk/>
            <pc:sldMk cId="0" sldId="273"/>
            <ac:spMk id="9" creationId="{17BD7CC6-2F7F-4587-8E92-D041AB2CEB32}"/>
          </ac:spMkLst>
        </pc:spChg>
        <pc:spChg chg="add del">
          <ac:chgData name="Samson Onipede" userId="f0b84d9300b3cf8e" providerId="LiveId" clId="{BDEE138C-B68A-4980-8617-4F64A00A7662}" dt="2026-09-15T17:50:05.847" v="107" actId="26606"/>
          <ac:spMkLst>
            <pc:docMk/>
            <pc:sldMk cId="0" sldId="273"/>
            <ac:spMk id="10" creationId="{17BD7CC6-2F7F-4587-8E92-D041AB2CEB32}"/>
          </ac:spMkLst>
        </pc:spChg>
        <pc:spChg chg="add">
          <ac:chgData name="Samson Onipede" userId="f0b84d9300b3cf8e" providerId="LiveId" clId="{BDEE138C-B68A-4980-8617-4F64A00A7662}" dt="2026-09-15T17:52:00.320" v="110" actId="26606"/>
          <ac:spMkLst>
            <pc:docMk/>
            <pc:sldMk cId="0" sldId="273"/>
            <ac:spMk id="11" creationId="{BE7ED1F4-19EF-4BC2-A6EA-DF1525142B28}"/>
          </ac:spMkLst>
        </pc:spChg>
        <pc:spChg chg="add del">
          <ac:chgData name="Samson Onipede" userId="f0b84d9300b3cf8e" providerId="LiveId" clId="{BDEE138C-B68A-4980-8617-4F64A00A7662}" dt="2026-09-15T17:50:05.847" v="107" actId="26606"/>
          <ac:spMkLst>
            <pc:docMk/>
            <pc:sldMk cId="0" sldId="273"/>
            <ac:spMk id="12" creationId="{BE7ED1F4-19EF-4BC2-A6EA-DF1525142B28}"/>
          </ac:spMkLst>
        </pc:spChg>
        <pc:spChg chg="add">
          <ac:chgData name="Samson Onipede" userId="f0b84d9300b3cf8e" providerId="LiveId" clId="{BDEE138C-B68A-4980-8617-4F64A00A7662}" dt="2026-09-15T17:52:00.320" v="110" actId="26606"/>
          <ac:spMkLst>
            <pc:docMk/>
            <pc:sldMk cId="0" sldId="273"/>
            <ac:spMk id="15" creationId="{A3919D60-F174-4FEB-9E9D-5AF6BD6597C9}"/>
          </ac:spMkLst>
        </pc:spChg>
        <pc:spChg chg="add del">
          <ac:chgData name="Samson Onipede" userId="f0b84d9300b3cf8e" providerId="LiveId" clId="{BDEE138C-B68A-4980-8617-4F64A00A7662}" dt="2026-09-15T17:50:05.847" v="107" actId="26606"/>
          <ac:spMkLst>
            <pc:docMk/>
            <pc:sldMk cId="0" sldId="273"/>
            <ac:spMk id="22" creationId="{A3919D60-F174-4FEB-9E9D-5AF6BD6597C9}"/>
          </ac:spMkLst>
        </pc:spChg>
        <pc:spChg chg="add">
          <ac:chgData name="Samson Onipede" userId="f0b84d9300b3cf8e" providerId="LiveId" clId="{BDEE138C-B68A-4980-8617-4F64A00A7662}" dt="2026-09-15T17:52:00.320" v="110" actId="26606"/>
          <ac:spMkLst>
            <pc:docMk/>
            <pc:sldMk cId="0" sldId="273"/>
            <ac:spMk id="31" creationId="{90AE89EB-4F51-4181-9475-7E1048FB378A}"/>
          </ac:spMkLst>
        </pc:spChg>
        <pc:spChg chg="add del">
          <ac:chgData name="Samson Onipede" userId="f0b84d9300b3cf8e" providerId="LiveId" clId="{BDEE138C-B68A-4980-8617-4F64A00A7662}" dt="2026-09-15T17:50:05.847" v="107" actId="26606"/>
          <ac:spMkLst>
            <pc:docMk/>
            <pc:sldMk cId="0" sldId="273"/>
            <ac:spMk id="36" creationId="{90AE89EB-4F51-4181-9475-7E1048FB378A}"/>
          </ac:spMkLst>
        </pc:spChg>
        <pc:grpChg chg="add del">
          <ac:chgData name="Samson Onipede" userId="f0b84d9300b3cf8e" providerId="LiveId" clId="{BDEE138C-B68A-4980-8617-4F64A00A7662}" dt="2026-09-15T17:50:05.847" v="107" actId="26606"/>
          <ac:grpSpMkLst>
            <pc:docMk/>
            <pc:sldMk cId="0" sldId="273"/>
            <ac:grpSpMk id="14" creationId="{0EE7C14F-442F-4416-A4A9-6DA10263A4BA}"/>
          </ac:grpSpMkLst>
        </pc:grpChg>
        <pc:grpChg chg="add">
          <ac:chgData name="Samson Onipede" userId="f0b84d9300b3cf8e" providerId="LiveId" clId="{BDEE138C-B68A-4980-8617-4F64A00A7662}" dt="2026-09-15T17:52:00.320" v="110" actId="26606"/>
          <ac:grpSpMkLst>
            <pc:docMk/>
            <pc:sldMk cId="0" sldId="273"/>
            <ac:grpSpMk id="26" creationId="{98EF7474-F1F7-47A7-AF33-E38A86EBF6D3}"/>
          </ac:grpSpMkLst>
        </pc:grpChg>
        <pc:grpChg chg="add del">
          <ac:chgData name="Samson Onipede" userId="f0b84d9300b3cf8e" providerId="LiveId" clId="{BDEE138C-B68A-4980-8617-4F64A00A7662}" dt="2026-09-15T17:50:05.847" v="107" actId="26606"/>
          <ac:grpSpMkLst>
            <pc:docMk/>
            <pc:sldMk cId="0" sldId="273"/>
            <ac:grpSpMk id="38" creationId="{B78285A0-9022-40FD-B520-91444BA163DE}"/>
          </ac:grpSpMkLst>
        </pc:grpChg>
        <pc:grpChg chg="add">
          <ac:chgData name="Samson Onipede" userId="f0b84d9300b3cf8e" providerId="LiveId" clId="{BDEE138C-B68A-4980-8617-4F64A00A7662}" dt="2026-09-15T17:52:00.320" v="110" actId="26606"/>
          <ac:grpSpMkLst>
            <pc:docMk/>
            <pc:sldMk cId="0" sldId="273"/>
            <ac:grpSpMk id="40" creationId="{B78285A0-9022-40FD-B520-91444BA163DE}"/>
          </ac:grpSpMkLst>
        </pc:grpChg>
        <pc:grpChg chg="add del">
          <ac:chgData name="Samson Onipede" userId="f0b84d9300b3cf8e" providerId="LiveId" clId="{BDEE138C-B68A-4980-8617-4F64A00A7662}" dt="2026-09-15T17:50:05.847" v="107" actId="26606"/>
          <ac:grpSpMkLst>
            <pc:docMk/>
            <pc:sldMk cId="0" sldId="273"/>
            <ac:grpSpMk id="44" creationId="{91CD8CAA-4614-4393-ADD7-7FDFD8ABD762}"/>
          </ac:grpSpMkLst>
        </pc:grpChg>
        <pc:grpChg chg="add">
          <ac:chgData name="Samson Onipede" userId="f0b84d9300b3cf8e" providerId="LiveId" clId="{BDEE138C-B68A-4980-8617-4F64A00A7662}" dt="2026-09-15T17:52:00.320" v="110" actId="26606"/>
          <ac:grpSpMkLst>
            <pc:docMk/>
            <pc:sldMk cId="0" sldId="273"/>
            <ac:grpSpMk id="46" creationId="{91CD8CAA-4614-4393-ADD7-7FDFD8ABD762}"/>
          </ac:grpSpMkLst>
        </pc:grpChg>
        <pc:picChg chg="add del mod">
          <ac:chgData name="Samson Onipede" userId="f0b84d9300b3cf8e" providerId="LiveId" clId="{BDEE138C-B68A-4980-8617-4F64A00A7662}" dt="2026-09-15T17:50:08.717" v="108" actId="22"/>
          <ac:picMkLst>
            <pc:docMk/>
            <pc:sldMk cId="0" sldId="273"/>
            <ac:picMk id="5" creationId="{6AE3F87C-78C5-8FD1-76AD-EFC388D06BE9}"/>
          </ac:picMkLst>
        </pc:picChg>
        <pc:picChg chg="add mod">
          <ac:chgData name="Samson Onipede" userId="f0b84d9300b3cf8e" providerId="LiveId" clId="{BDEE138C-B68A-4980-8617-4F64A00A7662}" dt="2026-09-15T17:52:19.551" v="114" actId="14100"/>
          <ac:picMkLst>
            <pc:docMk/>
            <pc:sldMk cId="0" sldId="273"/>
            <ac:picMk id="7" creationId="{E3A94529-2BE7-4A25-AB54-1402881C73D1}"/>
          </ac:picMkLst>
        </pc:picChg>
        <pc:picChg chg="add">
          <ac:chgData name="Samson Onipede" userId="f0b84d9300b3cf8e" providerId="LiveId" clId="{BDEE138C-B68A-4980-8617-4F64A00A7662}" dt="2026-09-15T18:08:53.257" v="162" actId="22"/>
          <ac:picMkLst>
            <pc:docMk/>
            <pc:sldMk cId="0" sldId="273"/>
            <ac:picMk id="51" creationId="{0E439645-7AFF-1D6C-3AF0-399BB5682EAC}"/>
          </ac:picMkLst>
        </pc:picChg>
      </pc:sldChg>
      <pc:sldChg chg="addSp delSp modSp new mod setBg">
        <pc:chgData name="Samson Onipede" userId="f0b84d9300b3cf8e" providerId="LiveId" clId="{BDEE138C-B68A-4980-8617-4F64A00A7662}" dt="2026-09-15T18:08:44.673" v="159" actId="22"/>
        <pc:sldMkLst>
          <pc:docMk/>
          <pc:sldMk cId="1576792688" sldId="274"/>
        </pc:sldMkLst>
        <pc:spChg chg="mo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" creationId="{CC6DD513-B09E-9531-DB85-611BB5C94292}"/>
          </ac:spMkLst>
        </pc:spChg>
        <pc:spChg chg="add del">
          <ac:chgData name="Samson Onipede" userId="f0b84d9300b3cf8e" providerId="LiveId" clId="{BDEE138C-B68A-4980-8617-4F64A00A7662}" dt="2026-09-15T15:39:24.739" v="9"/>
          <ac:spMkLst>
            <pc:docMk/>
            <pc:sldMk cId="1576792688" sldId="274"/>
            <ac:spMk id="3" creationId="{E174B316-D07C-FC20-7EB9-69942B5723D4}"/>
          </ac:spMkLst>
        </pc:spChg>
        <pc:spChg chg="add del mod">
          <ac:chgData name="Samson Onipede" userId="f0b84d9300b3cf8e" providerId="LiveId" clId="{BDEE138C-B68A-4980-8617-4F64A00A7662}" dt="2026-09-15T15:40:22.649" v="49" actId="931"/>
          <ac:spMkLst>
            <pc:docMk/>
            <pc:sldMk cId="1576792688" sldId="274"/>
            <ac:spMk id="13" creationId="{166A9766-60B2-35CF-50C5-4CA31532A65B}"/>
          </ac:spMkLst>
        </pc:spChg>
        <pc:spChg chg="add del mod">
          <ac:chgData name="Samson Onipede" userId="f0b84d9300b3cf8e" providerId="LiveId" clId="{BDEE138C-B68A-4980-8617-4F64A00A7662}" dt="2026-09-15T16:34:52.719" v="71"/>
          <ac:spMkLst>
            <pc:docMk/>
            <pc:sldMk cId="1576792688" sldId="274"/>
            <ac:spMk id="17" creationId="{7B83D8FF-723F-3362-025F-8F3575A3B9BF}"/>
          </ac:spMkLst>
        </pc:spChg>
        <pc:spChg chg="ad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0" creationId="{A8384FB5-9ADC-4DDC-881B-597D56F5B15D}"/>
          </ac:spMkLst>
        </pc:spChg>
        <pc:spChg chg="ad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2" creationId="{91E5A9A7-95C6-4F4F-B00E-C82E07FE62EF}"/>
          </ac:spMkLst>
        </pc:spChg>
        <pc:spChg chg="ad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4" creationId="{D07DD2DE-F619-49DD-B5E7-03A290FF4ED1}"/>
          </ac:spMkLst>
        </pc:spChg>
        <pc:spChg chg="ad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6" creationId="{85149191-5F60-4A28-AAFF-039F96B0F3EC}"/>
          </ac:spMkLst>
        </pc:spChg>
        <pc:spChg chg="add">
          <ac:chgData name="Samson Onipede" userId="f0b84d9300b3cf8e" providerId="LiveId" clId="{BDEE138C-B68A-4980-8617-4F64A00A7662}" dt="2026-09-15T15:40:29.884" v="50" actId="26606"/>
          <ac:spMkLst>
            <pc:docMk/>
            <pc:sldMk cId="1576792688" sldId="274"/>
            <ac:spMk id="28" creationId="{F8260ED5-17F7-4158-B241-D51DD4CF1B7E}"/>
          </ac:spMkLst>
        </pc:spChg>
        <pc:picChg chg="add del mod ord">
          <ac:chgData name="Samson Onipede" userId="f0b84d9300b3cf8e" providerId="LiveId" clId="{BDEE138C-B68A-4980-8617-4F64A00A7662}" dt="2026-09-15T15:39:11.788" v="7" actId="931"/>
          <ac:picMkLst>
            <pc:docMk/>
            <pc:sldMk cId="1576792688" sldId="274"/>
            <ac:picMk id="5" creationId="{07E3172E-1261-E38A-A9AE-3E132E197603}"/>
          </ac:picMkLst>
        </pc:picChg>
        <pc:picChg chg="add del mod">
          <ac:chgData name="Samson Onipede" userId="f0b84d9300b3cf8e" providerId="LiveId" clId="{BDEE138C-B68A-4980-8617-4F64A00A7662}" dt="2026-09-15T15:39:09.641" v="6" actId="931"/>
          <ac:picMkLst>
            <pc:docMk/>
            <pc:sldMk cId="1576792688" sldId="274"/>
            <ac:picMk id="7" creationId="{1140EEA0-56D1-244B-DC82-AED3B8BBF2CD}"/>
          </ac:picMkLst>
        </pc:picChg>
        <pc:picChg chg="add del mod">
          <ac:chgData name="Samson Onipede" userId="f0b84d9300b3cf8e" providerId="LiveId" clId="{BDEE138C-B68A-4980-8617-4F64A00A7662}" dt="2026-09-15T15:39:08.074" v="5" actId="931"/>
          <ac:picMkLst>
            <pc:docMk/>
            <pc:sldMk cId="1576792688" sldId="274"/>
            <ac:picMk id="9" creationId="{32FD80C5-5BEE-8F20-C694-3EBBE9CEF90B}"/>
          </ac:picMkLst>
        </pc:picChg>
        <pc:picChg chg="add del mod ord">
          <ac:chgData name="Samson Onipede" userId="f0b84d9300b3cf8e" providerId="LiveId" clId="{BDEE138C-B68A-4980-8617-4F64A00A7662}" dt="2026-09-15T15:39:51.214" v="12" actId="478"/>
          <ac:picMkLst>
            <pc:docMk/>
            <pc:sldMk cId="1576792688" sldId="274"/>
            <ac:picMk id="11" creationId="{62C3029F-5FA2-0D91-832C-AAC25720F6B6}"/>
          </ac:picMkLst>
        </pc:picChg>
        <pc:picChg chg="add del mod ord">
          <ac:chgData name="Samson Onipede" userId="f0b84d9300b3cf8e" providerId="LiveId" clId="{BDEE138C-B68A-4980-8617-4F64A00A7662}" dt="2026-09-15T16:34:51.233" v="69" actId="478"/>
          <ac:picMkLst>
            <pc:docMk/>
            <pc:sldMk cId="1576792688" sldId="274"/>
            <ac:picMk id="15" creationId="{3E0D446A-2446-A569-93D6-AC611EAD9144}"/>
          </ac:picMkLst>
        </pc:picChg>
        <pc:picChg chg="add mod ord">
          <ac:chgData name="Samson Onipede" userId="f0b84d9300b3cf8e" providerId="LiveId" clId="{BDEE138C-B68A-4980-8617-4F64A00A7662}" dt="2026-09-15T16:35:09.121" v="74" actId="14100"/>
          <ac:picMkLst>
            <pc:docMk/>
            <pc:sldMk cId="1576792688" sldId="274"/>
            <ac:picMk id="19" creationId="{B4F9A1EC-D630-4CCD-F8DE-567FF7DF6CCC}"/>
          </ac:picMkLst>
        </pc:picChg>
        <pc:picChg chg="add">
          <ac:chgData name="Samson Onipede" userId="f0b84d9300b3cf8e" providerId="LiveId" clId="{BDEE138C-B68A-4980-8617-4F64A00A7662}" dt="2026-09-15T18:08:44.673" v="159" actId="22"/>
          <ac:picMkLst>
            <pc:docMk/>
            <pc:sldMk cId="1576792688" sldId="274"/>
            <ac:picMk id="23" creationId="{A7297F2C-AE34-3C46-C991-6D6AC2D7D21A}"/>
          </ac:picMkLst>
        </pc:picChg>
      </pc:sldChg>
      <pc:sldChg chg="addSp delSp modSp new mod setBg">
        <pc:chgData name="Samson Onipede" userId="f0b84d9300b3cf8e" providerId="LiveId" clId="{BDEE138C-B68A-4980-8617-4F64A00A7662}" dt="2026-09-15T18:08:47.777" v="160" actId="22"/>
        <pc:sldMkLst>
          <pc:docMk/>
          <pc:sldMk cId="3609450780" sldId="275"/>
        </pc:sldMkLst>
        <pc:spChg chg="mo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2" creationId="{9C8CDCAD-4996-E9BC-B5B8-56CA30A7724C}"/>
          </ac:spMkLst>
        </pc:spChg>
        <pc:spChg chg="del">
          <ac:chgData name="Samson Onipede" userId="f0b84d9300b3cf8e" providerId="LiveId" clId="{BDEE138C-B68A-4980-8617-4F64A00A7662}" dt="2026-09-15T15:43:06.339" v="58"/>
          <ac:spMkLst>
            <pc:docMk/>
            <pc:sldMk cId="3609450780" sldId="275"/>
            <ac:spMk id="3" creationId="{A47FFA28-EE3E-0396-6976-89DEFA0674B5}"/>
          </ac:spMkLst>
        </pc:spChg>
        <pc:spChg chg="add del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10" creationId="{D4771268-CB57-404A-9271-370EB28F6090}"/>
          </ac:spMkLst>
        </pc:spChg>
        <pc:spChg chg="ad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15" creationId="{A8384FB5-9ADC-4DDC-881B-597D56F5B15D}"/>
          </ac:spMkLst>
        </pc:spChg>
        <pc:spChg chg="ad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17" creationId="{91E5A9A7-95C6-4F4F-B00E-C82E07FE62EF}"/>
          </ac:spMkLst>
        </pc:spChg>
        <pc:spChg chg="ad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19" creationId="{D07DD2DE-F619-49DD-B5E7-03A290FF4ED1}"/>
          </ac:spMkLst>
        </pc:spChg>
        <pc:spChg chg="ad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21" creationId="{85149191-5F60-4A28-AAFF-039F96B0F3EC}"/>
          </ac:spMkLst>
        </pc:spChg>
        <pc:spChg chg="add">
          <ac:chgData name="Samson Onipede" userId="f0b84d9300b3cf8e" providerId="LiveId" clId="{BDEE138C-B68A-4980-8617-4F64A00A7662}" dt="2026-09-15T15:43:43.134" v="62" actId="26606"/>
          <ac:spMkLst>
            <pc:docMk/>
            <pc:sldMk cId="3609450780" sldId="275"/>
            <ac:spMk id="23" creationId="{F8260ED5-17F7-4158-B241-D51DD4CF1B7E}"/>
          </ac:spMkLst>
        </pc:spChg>
        <pc:picChg chg="add mod ord">
          <ac:chgData name="Samson Onipede" userId="f0b84d9300b3cf8e" providerId="LiveId" clId="{BDEE138C-B68A-4980-8617-4F64A00A7662}" dt="2026-09-15T15:43:48.049" v="63" actId="14100"/>
          <ac:picMkLst>
            <pc:docMk/>
            <pc:sldMk cId="3609450780" sldId="275"/>
            <ac:picMk id="5" creationId="{85FB4AE5-0A90-E375-B5D4-50DD0F1FC9F6}"/>
          </ac:picMkLst>
        </pc:picChg>
        <pc:picChg chg="add">
          <ac:chgData name="Samson Onipede" userId="f0b84d9300b3cf8e" providerId="LiveId" clId="{BDEE138C-B68A-4980-8617-4F64A00A7662}" dt="2026-09-15T18:08:47.777" v="160" actId="22"/>
          <ac:picMkLst>
            <pc:docMk/>
            <pc:sldMk cId="3609450780" sldId="275"/>
            <ac:picMk id="7" creationId="{7749BA71-16CD-F2DA-9FCA-F55DD5BFFF17}"/>
          </ac:picMkLst>
        </pc:picChg>
      </pc:sldChg>
      <pc:sldChg chg="addSp delSp modSp new mod setBg">
        <pc:chgData name="Samson Onipede" userId="f0b84d9300b3cf8e" providerId="LiveId" clId="{BDEE138C-B68A-4980-8617-4F64A00A7662}" dt="2026-09-15T18:08:50.523" v="161" actId="22"/>
        <pc:sldMkLst>
          <pc:docMk/>
          <pc:sldMk cId="3200354396" sldId="276"/>
        </pc:sldMkLst>
        <pc:spChg chg="mo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2" creationId="{6CF4AD5C-55FE-E8E0-123D-D8161721C949}"/>
          </ac:spMkLst>
        </pc:spChg>
        <pc:spChg chg="add del">
          <ac:chgData name="Samson Onipede" userId="f0b84d9300b3cf8e" providerId="LiveId" clId="{BDEE138C-B68A-4980-8617-4F64A00A7662}" dt="2026-09-15T16:36:05.280" v="76"/>
          <ac:spMkLst>
            <pc:docMk/>
            <pc:sldMk cId="3200354396" sldId="276"/>
            <ac:spMk id="3" creationId="{5D21DABE-CB1C-B54B-21CC-663A12B2608C}"/>
          </ac:spMkLst>
        </pc:spChg>
        <pc:spChg chg="ad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12" creationId="{A8384FB5-9ADC-4DDC-881B-597D56F5B15D}"/>
          </ac:spMkLst>
        </pc:spChg>
        <pc:spChg chg="ad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14" creationId="{91E5A9A7-95C6-4F4F-B00E-C82E07FE62EF}"/>
          </ac:spMkLst>
        </pc:spChg>
        <pc:spChg chg="ad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16" creationId="{D07DD2DE-F619-49DD-B5E7-03A290FF4ED1}"/>
          </ac:spMkLst>
        </pc:spChg>
        <pc:spChg chg="ad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18" creationId="{85149191-5F60-4A28-AAFF-039F96B0F3EC}"/>
          </ac:spMkLst>
        </pc:spChg>
        <pc:spChg chg="add">
          <ac:chgData name="Samson Onipede" userId="f0b84d9300b3cf8e" providerId="LiveId" clId="{BDEE138C-B68A-4980-8617-4F64A00A7662}" dt="2026-09-15T16:36:15.959" v="77" actId="26606"/>
          <ac:spMkLst>
            <pc:docMk/>
            <pc:sldMk cId="3200354396" sldId="276"/>
            <ac:spMk id="20" creationId="{F8260ED5-17F7-4158-B241-D51DD4CF1B7E}"/>
          </ac:spMkLst>
        </pc:spChg>
        <pc:picChg chg="add del mod ord">
          <ac:chgData name="Samson Onipede" userId="f0b84d9300b3cf8e" providerId="LiveId" clId="{BDEE138C-B68A-4980-8617-4F64A00A7662}" dt="2026-09-15T16:20:32.481" v="68" actId="931"/>
          <ac:picMkLst>
            <pc:docMk/>
            <pc:sldMk cId="3200354396" sldId="276"/>
            <ac:picMk id="5" creationId="{8C249FC8-D682-8D59-7F72-775103D55A1B}"/>
          </ac:picMkLst>
        </pc:picChg>
        <pc:picChg chg="add mod ord">
          <ac:chgData name="Samson Onipede" userId="f0b84d9300b3cf8e" providerId="LiveId" clId="{BDEE138C-B68A-4980-8617-4F64A00A7662}" dt="2026-09-15T16:36:35.615" v="82" actId="14100"/>
          <ac:picMkLst>
            <pc:docMk/>
            <pc:sldMk cId="3200354396" sldId="276"/>
            <ac:picMk id="7" creationId="{A0FC9D3B-F26F-7AC8-CABB-25C3BA34DA42}"/>
          </ac:picMkLst>
        </pc:picChg>
        <pc:picChg chg="add">
          <ac:chgData name="Samson Onipede" userId="f0b84d9300b3cf8e" providerId="LiveId" clId="{BDEE138C-B68A-4980-8617-4F64A00A7662}" dt="2026-09-15T18:08:50.523" v="161" actId="22"/>
          <ac:picMkLst>
            <pc:docMk/>
            <pc:sldMk cId="3200354396" sldId="276"/>
            <ac:picMk id="9" creationId="{6C3BF160-64E1-6EB5-6F0C-96A1E503D739}"/>
          </ac:picMkLst>
        </pc:picChg>
      </pc:sldChg>
      <pc:sldChg chg="addSp delSp modSp new mod ord setBg">
        <pc:chgData name="Samson Onipede" userId="f0b84d9300b3cf8e" providerId="LiveId" clId="{BDEE138C-B68A-4980-8617-4F64A00A7662}" dt="2026-09-15T18:03:26.744" v="132" actId="14100"/>
        <pc:sldMkLst>
          <pc:docMk/>
          <pc:sldMk cId="449664122" sldId="277"/>
        </pc:sldMkLst>
        <pc:spChg chg="add del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2" creationId="{7E15505F-3468-9731-937B-AF410CCB589E}"/>
          </ac:spMkLst>
        </pc:spChg>
        <pc:spChg chg="del">
          <ac:chgData name="Samson Onipede" userId="f0b84d9300b3cf8e" providerId="LiveId" clId="{BDEE138C-B68A-4980-8617-4F64A00A7662}" dt="2026-09-15T17:57:23.603" v="124"/>
          <ac:spMkLst>
            <pc:docMk/>
            <pc:sldMk cId="449664122" sldId="277"/>
            <ac:spMk id="3" creationId="{7BB3168C-97A6-F883-2B84-048E3E12D489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6" creationId="{7E15505F-3468-9731-937B-AF410CCB589E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9" creationId="{BACC6370-2D7E-4714-9D71-7542949D7D5D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11" creationId="{256B2C21-A230-48C0-8DF1-C46611373C44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13" creationId="{3847E18C-932D-4C95-AABA-FEC7C9499AD7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15" creationId="{3150CB11-0C61-439E-910F-5787759E72A0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17" creationId="{43F8A58B-5155-44CE-A5FF-7647B47D0A7A}"/>
          </ac:spMkLst>
        </pc:spChg>
        <pc:spChg chg="add">
          <ac:chgData name="Samson Onipede" userId="f0b84d9300b3cf8e" providerId="LiveId" clId="{BDEE138C-B68A-4980-8617-4F64A00A7662}" dt="2026-09-15T17:57:51.169" v="127" actId="26606"/>
          <ac:spMkLst>
            <pc:docMk/>
            <pc:sldMk cId="449664122" sldId="277"/>
            <ac:spMk id="19" creationId="{443F2ACA-E6D6-4028-82DD-F03C262D5DE6}"/>
          </ac:spMkLst>
        </pc:spChg>
        <pc:graphicFrameChg chg="add mod modGraphic">
          <ac:chgData name="Samson Onipede" userId="f0b84d9300b3cf8e" providerId="LiveId" clId="{BDEE138C-B68A-4980-8617-4F64A00A7662}" dt="2026-09-15T17:57:51.169" v="127" actId="26606"/>
          <ac:graphicFrameMkLst>
            <pc:docMk/>
            <pc:sldMk cId="449664122" sldId="277"/>
            <ac:graphicFrameMk id="4" creationId="{389681AE-3A7F-D9F4-C134-052B6D61B7FB}"/>
          </ac:graphicFrameMkLst>
        </pc:graphicFrameChg>
        <pc:picChg chg="add mod">
          <ac:chgData name="Samson Onipede" userId="f0b84d9300b3cf8e" providerId="LiveId" clId="{BDEE138C-B68A-4980-8617-4F64A00A7662}" dt="2026-09-15T18:03:26.744" v="132" actId="14100"/>
          <ac:picMkLst>
            <pc:docMk/>
            <pc:sldMk cId="449664122" sldId="277"/>
            <ac:picMk id="7" creationId="{5F34B0CF-9D68-B0AB-B871-DC4EF7E7E760}"/>
          </ac:picMkLst>
        </pc:picChg>
      </pc:sldChg>
      <pc:sldChg chg="modSp new del mod">
        <pc:chgData name="Samson Onipede" userId="f0b84d9300b3cf8e" providerId="LiveId" clId="{BDEE138C-B68A-4980-8617-4F64A00A7662}" dt="2026-09-15T18:40:28.665" v="239" actId="47"/>
        <pc:sldMkLst>
          <pc:docMk/>
          <pc:sldMk cId="1288546239" sldId="278"/>
        </pc:sldMkLst>
        <pc:spChg chg="mod">
          <ac:chgData name="Samson Onipede" userId="f0b84d9300b3cf8e" providerId="LiveId" clId="{BDEE138C-B68A-4980-8617-4F64A00A7662}" dt="2026-09-15T18:39:30.113" v="218" actId="21"/>
          <ac:spMkLst>
            <pc:docMk/>
            <pc:sldMk cId="1288546239" sldId="278"/>
            <ac:spMk id="2" creationId="{042D9A14-166A-FAF6-BFCC-CA521EF809F5}"/>
          </ac:spMkLst>
        </pc:spChg>
        <pc:spChg chg="mod">
          <ac:chgData name="Samson Onipede" userId="f0b84d9300b3cf8e" providerId="LiveId" clId="{BDEE138C-B68A-4980-8617-4F64A00A7662}" dt="2026-09-15T18:39:17.156" v="215" actId="27636"/>
          <ac:spMkLst>
            <pc:docMk/>
            <pc:sldMk cId="1288546239" sldId="278"/>
            <ac:spMk id="3" creationId="{AA65D7A2-FF35-BDCF-9E85-504E8F3FE95E}"/>
          </ac:spMkLst>
        </pc:spChg>
      </pc:sldChg>
      <pc:sldChg chg="modSp new del mod">
        <pc:chgData name="Samson Onipede" userId="f0b84d9300b3cf8e" providerId="LiveId" clId="{BDEE138C-B68A-4980-8617-4F64A00A7662}" dt="2026-09-15T18:38:39.899" v="202" actId="47"/>
        <pc:sldMkLst>
          <pc:docMk/>
          <pc:sldMk cId="1132712416" sldId="279"/>
        </pc:sldMkLst>
        <pc:spChg chg="mod">
          <ac:chgData name="Samson Onipede" userId="f0b84d9300b3cf8e" providerId="LiveId" clId="{BDEE138C-B68A-4980-8617-4F64A00A7662}" dt="2026-09-15T18:34:48.708" v="188" actId="20577"/>
          <ac:spMkLst>
            <pc:docMk/>
            <pc:sldMk cId="1132712416" sldId="279"/>
            <ac:spMk id="2" creationId="{32382844-1753-6FAA-3F3C-23B30B2BD198}"/>
          </ac:spMkLst>
        </pc:spChg>
        <pc:spChg chg="mod">
          <ac:chgData name="Samson Onipede" userId="f0b84d9300b3cf8e" providerId="LiveId" clId="{BDEE138C-B68A-4980-8617-4F64A00A7662}" dt="2026-09-15T18:37:55.907" v="193" actId="27636"/>
          <ac:spMkLst>
            <pc:docMk/>
            <pc:sldMk cId="1132712416" sldId="279"/>
            <ac:spMk id="3" creationId="{7526C031-7123-3C91-A0A6-DFD0B17DA5DE}"/>
          </ac:spMkLst>
        </pc:spChg>
      </pc:sldChg>
      <pc:sldChg chg="addSp delSp modSp add mod ord">
        <pc:chgData name="Samson Onipede" userId="f0b84d9300b3cf8e" providerId="LiveId" clId="{BDEE138C-B68A-4980-8617-4F64A00A7662}" dt="2026-09-15T18:40:23.475" v="238" actId="1076"/>
        <pc:sldMkLst>
          <pc:docMk/>
          <pc:sldMk cId="305968009" sldId="280"/>
        </pc:sldMkLst>
        <pc:spChg chg="mod">
          <ac:chgData name="Samson Onipede" userId="f0b84d9300b3cf8e" providerId="LiveId" clId="{BDEE138C-B68A-4980-8617-4F64A00A7662}" dt="2026-09-15T18:40:23.475" v="238" actId="1076"/>
          <ac:spMkLst>
            <pc:docMk/>
            <pc:sldMk cId="305968009" sldId="280"/>
            <ac:spMk id="2" creationId="{C316ED37-7844-9A19-F1BD-F39D97E83B75}"/>
          </ac:spMkLst>
        </pc:spChg>
        <pc:spChg chg="add mod">
          <ac:chgData name="Samson Onipede" userId="f0b84d9300b3cf8e" providerId="LiveId" clId="{BDEE138C-B68A-4980-8617-4F64A00A7662}" dt="2026-09-15T18:38:25.194" v="201" actId="27636"/>
          <ac:spMkLst>
            <pc:docMk/>
            <pc:sldMk cId="305968009" sldId="280"/>
            <ac:spMk id="4" creationId="{2910B59F-1929-72CB-6D94-B3AF1EF65DC6}"/>
          </ac:spMkLst>
        </pc:spChg>
        <pc:picChg chg="del">
          <ac:chgData name="Samson Onipede" userId="f0b84d9300b3cf8e" providerId="LiveId" clId="{BDEE138C-B68A-4980-8617-4F64A00A7662}" dt="2026-09-15T18:37:59.898" v="194" actId="478"/>
          <ac:picMkLst>
            <pc:docMk/>
            <pc:sldMk cId="305968009" sldId="280"/>
            <ac:picMk id="7" creationId="{F17F47D9-EA52-837B-5703-FDF45AD95353}"/>
          </ac:picMkLst>
        </pc:picChg>
      </pc:sldChg>
      <pc:sldChg chg="modSp add mod">
        <pc:chgData name="Samson Onipede" userId="f0b84d9300b3cf8e" providerId="LiveId" clId="{BDEE138C-B68A-4980-8617-4F64A00A7662}" dt="2026-09-15T18:40:08.286" v="231" actId="27636"/>
        <pc:sldMkLst>
          <pc:docMk/>
          <pc:sldMk cId="1924995201" sldId="281"/>
        </pc:sldMkLst>
        <pc:spChg chg="mod">
          <ac:chgData name="Samson Onipede" userId="f0b84d9300b3cf8e" providerId="LiveId" clId="{BDEE138C-B68A-4980-8617-4F64A00A7662}" dt="2026-09-15T18:40:03.438" v="229" actId="20577"/>
          <ac:spMkLst>
            <pc:docMk/>
            <pc:sldMk cId="1924995201" sldId="281"/>
            <ac:spMk id="2" creationId="{4C456B29-A25D-BF04-CA84-280621015B8E}"/>
          </ac:spMkLst>
        </pc:spChg>
        <pc:spChg chg="mod">
          <ac:chgData name="Samson Onipede" userId="f0b84d9300b3cf8e" providerId="LiveId" clId="{BDEE138C-B68A-4980-8617-4F64A00A7662}" dt="2026-09-15T18:40:08.286" v="231" actId="27636"/>
          <ac:spMkLst>
            <pc:docMk/>
            <pc:sldMk cId="1924995201" sldId="281"/>
            <ac:spMk id="4" creationId="{DE39BD3D-D425-B64A-706C-67D460A936F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E15505F-3468-9731-937B-AF410CCB5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endParaRPr lang="en-GB" sz="35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9681AE-3A7F-D9F4-C134-052B6D61B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354160"/>
              </p:ext>
            </p:extLst>
          </p:nvPr>
        </p:nvGraphicFramePr>
        <p:xfrm>
          <a:off x="4037320" y="750440"/>
          <a:ext cx="4283062" cy="5453920"/>
        </p:xfrm>
        <a:graphic>
          <a:graphicData uri="http://schemas.openxmlformats.org/drawingml/2006/table">
            <a:tbl>
              <a:tblPr/>
              <a:tblGrid>
                <a:gridCol w="588959">
                  <a:extLst>
                    <a:ext uri="{9D8B030D-6E8A-4147-A177-3AD203B41FA5}">
                      <a16:colId xmlns:a16="http://schemas.microsoft.com/office/drawing/2014/main" val="3399041045"/>
                    </a:ext>
                  </a:extLst>
                </a:gridCol>
                <a:gridCol w="1663002">
                  <a:extLst>
                    <a:ext uri="{9D8B030D-6E8A-4147-A177-3AD203B41FA5}">
                      <a16:colId xmlns:a16="http://schemas.microsoft.com/office/drawing/2014/main" val="2373470618"/>
                    </a:ext>
                  </a:extLst>
                </a:gridCol>
                <a:gridCol w="2031101">
                  <a:extLst>
                    <a:ext uri="{9D8B030D-6E8A-4147-A177-3AD203B41FA5}">
                      <a16:colId xmlns:a16="http://schemas.microsoft.com/office/drawing/2014/main" val="1353120507"/>
                    </a:ext>
                  </a:extLst>
                </a:gridCol>
              </a:tblGrid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Slide #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Content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120049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📌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Title Slide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Introduce project &amp; group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779506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📋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Project Overview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What the project is about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017415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⚠️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Business Problem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Why this solution was needed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96055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🔧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Solution Approach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Step-by-step methodology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5784961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5–7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📊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Data Analysis Charts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Volume trends, patterns, insights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38515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8–14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🤖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Model Performance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Baseline vs Production comparison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998153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15–17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🧠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Feature Importance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Top risk factors &amp; explainability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69505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18–20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📊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Power BI Dashboard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Live monitoring &amp; insights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353831"/>
                  </a:ext>
                </a:extLst>
              </a:tr>
              <a:tr h="54539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21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🎯 </a:t>
                      </a:r>
                      <a:r>
                        <a:rPr lang="en-GB" sz="1400" b="1" i="0" u="none" strike="noStrike">
                          <a:effectLst/>
                          <a:latin typeface="Arial" panose="020B0604020202020204" pitchFamily="34" charset="0"/>
                        </a:rPr>
                        <a:t>Summary &amp; Impact</a:t>
                      </a:r>
                      <a:endParaRPr lang="en-GB" sz="1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400" b="0" i="0" u="none" strike="noStrike">
                          <a:effectLst/>
                          <a:latin typeface="Arial" panose="020B0604020202020204" pitchFamily="34" charset="0"/>
                        </a:rPr>
                        <a:t>Final findings &amp; recommendations</a:t>
                      </a:r>
                    </a:p>
                  </a:txBody>
                  <a:tcPr marL="40340" marR="40340" marT="40340" marB="403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62576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5F34B0CF-9D68-B0AB-B871-DC4EF7E7E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11" y="843860"/>
            <a:ext cx="3595950" cy="35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664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7581" y="921715"/>
            <a:ext cx="3872267" cy="2635993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200"/>
              <a:t>🩺 NorthBridge Health Services</a:t>
            </a:r>
          </a:p>
          <a:p>
            <a:pPr algn="l">
              <a:lnSpc>
                <a:spcPct val="90000"/>
              </a:lnSpc>
            </a:pPr>
            <a:r>
              <a:rPr lang="en-US" sz="4200"/>
              <a:t>SLA Breach Prediction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581" y="4541263"/>
            <a:ext cx="3497218" cy="1395022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Machine Learning Solution</a:t>
            </a:r>
          </a:p>
          <a:p>
            <a:pPr algn="l">
              <a:lnSpc>
                <a:spcPct val="90000"/>
              </a:lnSpc>
            </a:pPr>
            <a:r>
              <a:rPr lang="en-US" sz="2200">
                <a:solidFill>
                  <a:srgbClr val="FFFFFF"/>
                </a:solidFill>
              </a:rPr>
              <a:t>Group 5| September 2026.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C8944A-C28E-4962-FC00-5FBDDEAC4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884" y="289303"/>
            <a:ext cx="4782128" cy="478212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📋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dirty="0" err="1"/>
              <a:t>NorthBridge</a:t>
            </a:r>
            <a:r>
              <a:rPr lang="en-GB" sz="1700" dirty="0"/>
              <a:t> Health Services is a UK-based healthcare administration company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founded in 2008. Growing ticket volumes made manual SLA tracking unreliable.</a:t>
            </a:r>
          </a:p>
          <a:p>
            <a:pPr>
              <a:lnSpc>
                <a:spcPct val="90000"/>
              </a:lnSpc>
            </a:pPr>
            <a:endParaRPr lang="en-GB" sz="1700" dirty="0"/>
          </a:p>
          <a:p>
            <a:pPr>
              <a:lnSpc>
                <a:spcPct val="90000"/>
              </a:lnSpc>
            </a:pPr>
            <a:r>
              <a:rPr lang="en-GB" sz="1700" dirty="0"/>
              <a:t>✅ WHAT THIS PROJECT DELIVERS: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• End-to-end data pipeline: Load → Clean → Engineer → Model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• Baseline Model (Logistic Regression) — performance benchmark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• Production Model (</a:t>
            </a:r>
            <a:r>
              <a:rPr lang="en-GB" sz="1700" dirty="0" err="1"/>
              <a:t>XGBoost</a:t>
            </a:r>
            <a:r>
              <a:rPr lang="en-GB" sz="1700" dirty="0"/>
              <a:t>) — improved accuracy — FINAL MODEL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• All code &amp; models documented on GitHub</a:t>
            </a:r>
          </a:p>
          <a:p>
            <a:pPr>
              <a:lnSpc>
                <a:spcPct val="90000"/>
              </a:lnSpc>
            </a:pPr>
            <a:endParaRPr lang="en-GB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66998E-DEEE-75D6-D5AA-DB412298F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⚠️ 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❌ Manual SLA tracking — reactive, slow, error-prone</a:t>
            </a:r>
          </a:p>
          <a:p>
            <a:r>
              <a:rPr lang="en-GB" sz="1700"/>
              <a:t>❌ 2,800+ unresolved tickets in backlog</a:t>
            </a:r>
          </a:p>
          <a:p>
            <a:r>
              <a:rPr lang="en-GB" sz="1700"/>
              <a:t>❌ Average response = 38 hours   |   Priority 1 Target = 8 hours</a:t>
            </a:r>
          </a:p>
          <a:p>
            <a:r>
              <a:rPr lang="en-GB" sz="1700"/>
              <a:t>❌ Data fragmented across CRM, Excel, emails</a:t>
            </a:r>
          </a:p>
          <a:p>
            <a:r>
              <a:rPr lang="en-GB" sz="1700"/>
              <a:t>❌ Financial penalties from repeated breaches</a:t>
            </a:r>
          </a:p>
          <a:p>
            <a:endParaRPr lang="en-GB" sz="1700"/>
          </a:p>
          <a:p>
            <a:r>
              <a:rPr lang="en-GB" sz="1700"/>
              <a:t>✅ WHAT WAS NEEDED:</a:t>
            </a:r>
          </a:p>
          <a:p>
            <a:r>
              <a:rPr lang="en-GB" sz="1700"/>
              <a:t>• Centralised data</a:t>
            </a:r>
          </a:p>
          <a:p>
            <a:r>
              <a:rPr lang="en-GB" sz="1700"/>
              <a:t>• Real-time monitoring</a:t>
            </a:r>
          </a:p>
          <a:p>
            <a:r>
              <a:rPr lang="en-GB" sz="1700"/>
              <a:t>• PREDICTIVE ALERTING — flag at-risk tickets EARLY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D385B5-859A-7E4C-4C3B-872AB23F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🏗️ Solution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STEP 1: DATA LOADING          → Load, validate, clean, merge</a:t>
            </a:r>
          </a:p>
          <a:p>
            <a:r>
              <a:rPr lang="en-GB" sz="1700"/>
              <a:t>       ↓</a:t>
            </a:r>
          </a:p>
          <a:p>
            <a:r>
              <a:rPr lang="en-GB" sz="1700"/>
              <a:t>STEP 2: FEATURE ENGINEERING    → Time patterns + 4 trend graphs</a:t>
            </a:r>
          </a:p>
          <a:p>
            <a:r>
              <a:rPr lang="en-GB" sz="1700"/>
              <a:t>       ↓</a:t>
            </a:r>
          </a:p>
          <a:p>
            <a:r>
              <a:rPr lang="en-GB" sz="1700"/>
              <a:t>STEP 3: BASELINE MODEL         → Logistic Regression — Benchmark</a:t>
            </a:r>
          </a:p>
          <a:p>
            <a:r>
              <a:rPr lang="en-GB" sz="1700"/>
              <a:t>       ↓</a:t>
            </a:r>
          </a:p>
          <a:p>
            <a:r>
              <a:rPr lang="en-GB" sz="1700"/>
              <a:t>STEP 4: PRODUCTION MODEL       → XGBoost — Beat Benchmark → FINAL</a:t>
            </a:r>
          </a:p>
          <a:p>
            <a:endParaRPr lang="en-GB" sz="1700"/>
          </a:p>
          <a:p>
            <a:r>
              <a:rPr lang="en-GB" sz="1700"/>
              <a:t>🎯 PREDICTION TARGET:</a:t>
            </a:r>
          </a:p>
          <a:p>
            <a:r>
              <a:rPr lang="en-GB" sz="1700"/>
              <a:t>• Priority 1 SLA = Response within 8 hours</a:t>
            </a:r>
          </a:p>
          <a:p>
            <a:r>
              <a:rPr lang="en-GB" sz="1700"/>
              <a:t>• BREACH (1) = Less than 8 hours available</a:t>
            </a:r>
          </a:p>
          <a:p>
            <a:r>
              <a:rPr lang="en-GB" sz="1700"/>
              <a:t>• ON-TIME (0) = 8+ hours available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CC4DAD-D50C-3CDE-A371-D6ED54456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/>
              <a:t>📊 Ticket Volume by Hour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57D1F-2E63-6619-C3CC-9CE74649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96" b="11709"/>
          <a:stretch>
            <a:fillRect/>
          </a:stretch>
        </p:blipFill>
        <p:spPr>
          <a:xfrm>
            <a:off x="417444" y="489685"/>
            <a:ext cx="8354833" cy="339035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400" dirty="0"/>
              <a:t>KEY INSIGHTS: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⏰ Peak Hours: 09:00–11:00 and 14:00–16:00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🌙 Low Hours: 00:00–06:00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⚠️ CRITICAL RISK: Tickets created AFTER 4:00 PM → less than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 8 working hours remain → HIGH probability of breach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C9B529-D3F4-8655-2460-C9BA9361E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 dirty="0"/>
              <a:t>📊 Ticket Volume by Day of Week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0B95E-A9D0-106B-531E-4294F8302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16" y="457200"/>
            <a:ext cx="7015888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100" dirty="0"/>
          </a:p>
          <a:p>
            <a:pPr>
              <a:lnSpc>
                <a:spcPct val="90000"/>
              </a:lnSpc>
            </a:pPr>
            <a:r>
              <a:rPr lang="en-US" sz="1400" dirty="0"/>
              <a:t>KEY INSIGHTS: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📈 Monday–Wednesday: Highest volume → Weekend backlog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📉 Thursday–Sunday: Gradually declines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• ⚠️ FRIDAY RISK: Tickets Friday afternoon → SLA expires Monday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  → 3-day gap = HIGH RISK</a:t>
            </a:r>
          </a:p>
          <a:p>
            <a:pPr>
              <a:lnSpc>
                <a:spcPct val="90000"/>
              </a:lnSpc>
            </a:pP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E666D5-3714-6FAF-1B19-67514772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238" y="4230093"/>
            <a:ext cx="3112935" cy="1800165"/>
          </a:xfrm>
        </p:spPr>
        <p:txBody>
          <a:bodyPr anchor="t">
            <a:normAutofit/>
          </a:bodyPr>
          <a:lstStyle/>
          <a:p>
            <a:pPr algn="r"/>
            <a:r>
              <a:rPr lang="en-US" sz="3500"/>
              <a:t>📊 Weekday vs Weekend Risk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BE366-64E9-344D-C65A-2010CDE0A8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3" r="9341"/>
          <a:stretch>
            <a:fillRect/>
          </a:stretch>
        </p:blipFill>
        <p:spPr>
          <a:xfrm>
            <a:off x="3295192" y="457200"/>
            <a:ext cx="2599337" cy="345532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4811" y="4230094"/>
            <a:ext cx="4676451" cy="18001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GB" sz="1200" dirty="0"/>
          </a:p>
          <a:p>
            <a:pPr>
              <a:lnSpc>
                <a:spcPct val="90000"/>
              </a:lnSpc>
            </a:pPr>
            <a:r>
              <a:rPr lang="en-GB" sz="1400" dirty="0"/>
              <a:t>KEY INSIGHTS: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📉 Weekend tickets = fewer in NUMBER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⚠️ BUT: SLA clock runs 24/7 → staff away → HIGHER breach risk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💡 ACTION: Weekend tickets flagged as HIGH-RISK category</a:t>
            </a:r>
          </a:p>
          <a:p>
            <a:pPr>
              <a:lnSpc>
                <a:spcPct val="90000"/>
              </a:lnSpc>
            </a:pPr>
            <a:endParaRPr lang="en-GB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9143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5" y="6406115"/>
            <a:ext cx="3057523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056022-BA87-80AB-AA19-370E70C2F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anchor="t">
            <a:normAutofit/>
          </a:bodyPr>
          <a:lstStyle/>
          <a:p>
            <a:r>
              <a:rPr lang="en-GB" sz="3500" dirty="0"/>
              <a:t>📊 Monthly Volume Trends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EABFEE-43E8-C949-507B-3401FD58B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44"/>
          <a:stretch>
            <a:fillRect/>
          </a:stretch>
        </p:blipFill>
        <p:spPr>
          <a:xfrm>
            <a:off x="20" y="432"/>
            <a:ext cx="9143980" cy="42447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4583953"/>
            <a:ext cx="4229100" cy="146597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dirty="0"/>
              <a:t>KEY INSIGHTS: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📈 Quarter-End Peaks: Mar, Jun, Sep, Dec → Reporting pressure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📉 Summer Dip: July–August → then Q4 surge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• 💡 BUSINESS VALUE: Staffing forecasts — prepare for peaks</a:t>
            </a:r>
          </a:p>
          <a:p>
            <a:pPr>
              <a:lnSpc>
                <a:spcPct val="90000"/>
              </a:lnSpc>
            </a:pPr>
            <a:endParaRPr lang="en-GB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A8BB8D-0F20-9D9E-DE96-3B2B5A2A9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anchor="t">
            <a:normAutofit/>
          </a:bodyPr>
          <a:lstStyle/>
          <a:p>
            <a:r>
              <a:rPr lang="en-GB" sz="3200"/>
              <a:t>📊 Baseline Model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2AEF5B-E6DF-5881-A371-1D6FC8F93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796" b="25717"/>
          <a:stretch>
            <a:fillRect/>
          </a:stretch>
        </p:blipFill>
        <p:spPr>
          <a:xfrm>
            <a:off x="20" y="163757"/>
            <a:ext cx="9143980" cy="42447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4583953"/>
            <a:ext cx="4229100" cy="14659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HOW TO READ THIS MATRIX:</a:t>
            </a:r>
          </a:p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                  PREDICTED ON-TIME    |    PREDICTED BREACH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ACTUAL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 On-Time           ✅ CORRECT       |       ❌ FALSE ALARM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 Breach            ❌ MISSED       |        ✅ CAUGHT</a:t>
            </a:r>
          </a:p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    💡 GOAL: MINIMISE BOTTOM-LEFT CELL → NEVER MISS A REAL BREACH</a:t>
            </a:r>
          </a:p>
          <a:p>
            <a:pPr>
              <a:lnSpc>
                <a:spcPct val="90000"/>
              </a:lnSpc>
            </a:pPr>
            <a:endParaRPr lang="en-GB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56" y="4583953"/>
            <a:ext cx="3514393" cy="1465973"/>
          </a:xfrm>
        </p:spPr>
        <p:txBody>
          <a:bodyPr anchor="t">
            <a:normAutofit/>
          </a:bodyPr>
          <a:lstStyle/>
          <a:p>
            <a:r>
              <a:rPr lang="en-US" sz="3200"/>
              <a:t>📈 Top Influential Factors — Baseline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4CDEF-3C95-B541-1C85-1B1363D1ED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03" b="20178"/>
          <a:stretch>
            <a:fillRect/>
          </a:stretch>
        </p:blipFill>
        <p:spPr>
          <a:xfrm>
            <a:off x="0" y="169598"/>
            <a:ext cx="9143980" cy="424475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4583953"/>
            <a:ext cx="4229100" cy="14659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TOP RISK FACTORS IDENTIFIED: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1. ⏰ Hour of Creation    → Late day = less time = higher risk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2. 📅 Day of Week         → Friday/weekend = high risk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3. 🔴 Priority Level      → P1 = tightest deadline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4. 🏢 Contract Tier        → Higher tiers = stricter SLA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5. 📊 Monthly Patterns     → End-of-period volume spikes</a:t>
            </a:r>
          </a:p>
          <a:p>
            <a:pPr>
              <a:lnSpc>
                <a:spcPct val="90000"/>
              </a:lnSpc>
            </a:pPr>
            <a:endParaRPr lang="en-GB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A6D51C-304E-CA4A-8BD7-0EE824D13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n-GB" sz="3500"/>
              <a:t>📊 Baseline Model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BENCHMARK ESTABLISHED: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    • Accuracy   → Overall % correct predictions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    • Precision  → % flagged that ACTUALLY breach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    • Recall     → % of REAL breaches successfully caught</a:t>
            </a:r>
          </a:p>
          <a:p>
            <a:pPr>
              <a:lnSpc>
                <a:spcPct val="90000"/>
              </a:lnSpc>
            </a:pPr>
            <a:r>
              <a:rPr lang="en-US" sz="1300" dirty="0"/>
              <a:t>    • ROC-AUC    → Overall predictive power (higher = better)</a:t>
            </a:r>
          </a:p>
          <a:p>
            <a:pPr>
              <a:lnSpc>
                <a:spcPct val="90000"/>
              </a:lnSpc>
            </a:pP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    🎯 THIS IS THE BENCHMARK — STEP 4 MUST BEAT THESE!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B18B09-BB88-A715-8E7D-00B38C3F2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643" y="1325217"/>
            <a:ext cx="4459357" cy="3876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51893D-1E30-4705-CE6D-5DE6F0F67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📊 Production Model — XGBoost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GB" sz="1600" dirty="0"/>
          </a:p>
          <a:p>
            <a:pPr>
              <a:lnSpc>
                <a:spcPct val="90000"/>
              </a:lnSpc>
            </a:pPr>
            <a:r>
              <a:rPr lang="en-GB" sz="2000" dirty="0"/>
              <a:t>IMPROVEMENT vs BASELINE: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    • ✅ Fewer missed breaches     → Bottom-Left cell ↓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    • ✅ Fewer false alarms        → Top-Right cell ↓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    • ✅ More correct predictions  → Diagonal cells ↑</a:t>
            </a:r>
          </a:p>
          <a:p>
            <a:pPr>
              <a:lnSpc>
                <a:spcPct val="90000"/>
              </a:lnSpc>
            </a:pPr>
            <a:r>
              <a:rPr lang="en-GB" sz="2000" dirty="0"/>
              <a:t>    • 🏆 </a:t>
            </a:r>
            <a:r>
              <a:rPr lang="en-GB" sz="2000" dirty="0" err="1"/>
              <a:t>XGBoost</a:t>
            </a:r>
            <a:r>
              <a:rPr lang="en-GB" sz="2000" dirty="0"/>
              <a:t> = CLEAR IMPROVEMENT across ALL metrics</a:t>
            </a:r>
          </a:p>
          <a:p>
            <a:pPr>
              <a:lnSpc>
                <a:spcPct val="90000"/>
              </a:lnSpc>
            </a:pP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EBE6E3-E035-C4DD-30A9-D56CD91EB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287" y="1398104"/>
            <a:ext cx="4346713" cy="40617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1E601D-B1AF-0FAE-3C99-CA9D24092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anchor="b">
            <a:normAutofit/>
          </a:bodyPr>
          <a:lstStyle/>
          <a:p>
            <a:r>
              <a:rPr lang="en-US" sz="3500"/>
              <a:t>📈 Top Breach Risk Factors — Final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858692" y="2405894"/>
            <a:ext cx="3986392" cy="353508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🎯 FINAL TOP 5 BREACH RISK FACTORS:</a:t>
            </a:r>
          </a:p>
          <a:p>
            <a:pPr>
              <a:lnSpc>
                <a:spcPct val="90000"/>
              </a:lnSpc>
            </a:pPr>
            <a:endParaRPr lang="en-GB" sz="1100" dirty="0"/>
          </a:p>
          <a:p>
            <a:pPr>
              <a:lnSpc>
                <a:spcPct val="90000"/>
              </a:lnSpc>
            </a:pPr>
            <a:r>
              <a:rPr lang="en-GB" sz="1100" dirty="0"/>
              <a:t>    RANK   FACTOR                  WHY IT MATTERS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───────────────────────────────────────────────────────</a:t>
            </a:r>
          </a:p>
          <a:p>
            <a:pPr>
              <a:lnSpc>
                <a:spcPct val="90000"/>
              </a:lnSpc>
            </a:pPr>
            <a:r>
              <a:rPr lang="en-GB" sz="1100" dirty="0"/>
              <a:t>     </a:t>
            </a:r>
            <a:r>
              <a:rPr lang="en-GB" sz="1400" dirty="0"/>
              <a:t>1     ⏰ Creation Hour        Late day = less time to respond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     2     📅 Day of Week          Fri/Weekend = SLA expires while away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     3     🔴 Priority Level       P1 = 8hr deadline = NO margin for error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     4     🏢 Contract Tier        Higher tiers = stricter requirements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     5     📊 Month/Quarter        End-of-period = volume surge</a:t>
            </a:r>
          </a:p>
          <a:p>
            <a:pPr>
              <a:lnSpc>
                <a:spcPct val="90000"/>
              </a:lnSpc>
            </a:pPr>
            <a:endParaRPr lang="en-GB" sz="11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C236E-7AF8-DAAA-A649-73A4D009A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774" y="1046922"/>
            <a:ext cx="4426225" cy="4346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BFBDD2-B290-9ED9-D12F-32CB7B203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900"/>
              <a:t>📊 Production Model Scorecard — XGBoost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202" y="2807208"/>
            <a:ext cx="2571750" cy="341071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endParaRPr lang="en-GB" sz="1300" dirty="0"/>
          </a:p>
          <a:p>
            <a:pPr>
              <a:lnSpc>
                <a:spcPct val="90000"/>
              </a:lnSpc>
            </a:pPr>
            <a:r>
              <a:rPr lang="en-GB" sz="1300" dirty="0"/>
              <a:t>✅ XGBOOST RESULTS: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    • Accuracy   → ✅ HIGH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    • Precision  → ✅ RELIABLE ALERTS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    • Recall     → ✅ MOST BREACHES CAUGHT</a:t>
            </a:r>
          </a:p>
          <a:p>
            <a:pPr>
              <a:lnSpc>
                <a:spcPct val="90000"/>
              </a:lnSpc>
            </a:pPr>
            <a:r>
              <a:rPr lang="en-GB" sz="1300" dirty="0"/>
              <a:t>    • ROC-AUC    → ✅ EXCELLENT PREDICTIVE POWER</a:t>
            </a:r>
          </a:p>
          <a:p>
            <a:pPr>
              <a:lnSpc>
                <a:spcPct val="90000"/>
              </a:lnSpc>
            </a:pPr>
            <a:endParaRPr lang="en-GB" sz="13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F303D3-F447-E379-D822-CFE1B6A61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79" y="1500272"/>
            <a:ext cx="6220221" cy="4232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FAE40D-603C-F013-46FD-C3A9BE75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3500">
                <a:solidFill>
                  <a:srgbClr val="FFFFFF"/>
                </a:solidFill>
              </a:rPr>
              <a:t>🏆 Baseline vs Production —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METRIC          BASELINE (Logistic)    PRODUCTION (XGBoost)    RESULT</a:t>
            </a:r>
          </a:p>
          <a:p>
            <a:r>
              <a:rPr lang="en-GB" sz="1700"/>
              <a:t>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r>
              <a:rPr lang="en-GB" sz="1700"/>
              <a:t>Accuracy        Benchmark              ✅ HIGHER               ⬆️ IMPROVED</a:t>
            </a:r>
          </a:p>
          <a:p>
            <a:r>
              <a:rPr lang="en-GB" sz="1700"/>
              <a:t>Precision       Benchmark              ✅ HIGHER               ⬆️ FEWER ALARMS</a:t>
            </a:r>
          </a:p>
          <a:p>
            <a:r>
              <a:rPr lang="en-GB" sz="1700"/>
              <a:t>Recall          Benchmark              ✅ HIGHER               ⬆️ FEWER MISSED</a:t>
            </a:r>
          </a:p>
          <a:p>
            <a:r>
              <a:rPr lang="en-GB" sz="1700"/>
              <a:t>ROC-AUC         Baseline Score         ✅ HIGHER               🏆 BETTER MODEL</a:t>
            </a:r>
          </a:p>
          <a:p>
            <a:endParaRPr lang="en-GB" sz="1700"/>
          </a:p>
          <a:p>
            <a:r>
              <a:rPr lang="en-GB" sz="1700"/>
              <a:t>✅ CONCLUSION: XGBoost BEATS Baseline on ALL metrics → SELECTED</a:t>
            </a:r>
          </a:p>
          <a:p>
            <a:r>
              <a:rPr lang="en-GB" sz="1700"/>
              <a:t>   as the PRODUCTION MODEL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A9E0D-F25B-69DC-8A54-4A6A856E9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💡 Key Findings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lang="en-GB" sz="1700"/>
          </a:p>
          <a:p>
            <a:r>
              <a:rPr lang="en-GB" sz="1700"/>
              <a:t>🎯 TOP 3 BREACH RISK FACTORS:</a:t>
            </a:r>
          </a:p>
          <a:p>
            <a:r>
              <a:rPr lang="en-GB" sz="1700"/>
              <a:t>    1. ⏰ Tickets created LATE IN THE DAY → insufficient working hours</a:t>
            </a:r>
          </a:p>
          <a:p>
            <a:r>
              <a:rPr lang="en-GB" sz="1700"/>
              <a:t>    2. 📅 FRIDAY &amp; WEEKEND tickets → SLA clock runs while staff away</a:t>
            </a:r>
          </a:p>
          <a:p>
            <a:r>
              <a:rPr lang="en-GB" sz="1700"/>
              <a:t>    3. 🔴 PRIORITY 1 tickets → 8hr deadline = zero margin for error</a:t>
            </a:r>
          </a:p>
          <a:p>
            <a:endParaRPr lang="en-GB" sz="1700"/>
          </a:p>
          <a:p>
            <a:r>
              <a:rPr lang="en-GB" sz="1700"/>
              <a:t>💰 BUSINESS IMPACT:</a:t>
            </a:r>
          </a:p>
          <a:p>
            <a:r>
              <a:rPr lang="en-GB" sz="1700"/>
              <a:t>    • ✅ PREDICT BEFORE BREACH → reduce financial penalties</a:t>
            </a:r>
          </a:p>
          <a:p>
            <a:r>
              <a:rPr lang="en-GB" sz="1700"/>
              <a:t>    • ✅ SCHEDULE SMARTER → know peak hours, days, months</a:t>
            </a:r>
          </a:p>
          <a:p>
            <a:r>
              <a:rPr lang="en-GB" sz="1700"/>
              <a:t>    • ✅ FOCUS INTERVENTION → top 3 factors = where to act</a:t>
            </a:r>
          </a:p>
          <a:p>
            <a:r>
              <a:rPr lang="en-GB" sz="1700"/>
              <a:t>    • ✅ FULL VISIBILITY → 10 charts = complete transparency</a:t>
            </a:r>
          </a:p>
          <a:p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32142-D74D-6B88-4D80-AD1E7C652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3500">
                <a:solidFill>
                  <a:srgbClr val="FFFFFF"/>
                </a:solidFill>
              </a:rPr>
              <a:t>✅ Project Complete —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endParaRPr sz="1600" dirty="0"/>
          </a:p>
          <a:p>
            <a:r>
              <a:rPr sz="1600" dirty="0"/>
              <a:t>STEP     DELIVERABLE                          STATUS</a:t>
            </a:r>
          </a:p>
          <a:p>
            <a:r>
              <a:rPr sz="1600" dirty="0"/>
              <a:t>───────────────────────────────────────────────────────────</a:t>
            </a:r>
          </a:p>
          <a:p>
            <a:r>
              <a:rPr sz="1600" dirty="0"/>
              <a:t>Step 1   Data Loading &amp; Validation            ✅ DONE</a:t>
            </a:r>
          </a:p>
          <a:p>
            <a:r>
              <a:rPr sz="1600" dirty="0"/>
              <a:t>Step 2   Features + 4 Trend Graphs            ✅ DONE</a:t>
            </a:r>
          </a:p>
          <a:p>
            <a:r>
              <a:rPr sz="1600" dirty="0"/>
              <a:t>Step 3   Baseline Model + 3 Graphs            ✅ DONE</a:t>
            </a:r>
          </a:p>
          <a:p>
            <a:r>
              <a:rPr sz="1600" dirty="0"/>
              <a:t>Step 4   </a:t>
            </a:r>
            <a:r>
              <a:rPr lang="en-GB" sz="1600"/>
              <a:t>XGBoost</a:t>
            </a:r>
            <a:r>
              <a:rPr sz="1600" dirty="0"/>
              <a:t> Model + 3 Graphs            ✅ DONE</a:t>
            </a:r>
          </a:p>
          <a:p>
            <a:r>
              <a:rPr sz="1600" dirty="0"/>
              <a:t>💾 </a:t>
            </a:r>
            <a:r>
              <a:rPr lang="en-GB" sz="1600"/>
              <a:t>production_model.pkl</a:t>
            </a:r>
            <a:r>
              <a:rPr sz="1600" dirty="0"/>
              <a:t> — FINAL MODEL         ✅ SAVED</a:t>
            </a:r>
          </a:p>
          <a:p>
            <a:r>
              <a:rPr sz="1600" dirty="0"/>
              <a:t>📄 All Code + Metrics — GitHub Repository     ✅ PUSHED &amp; LIVE</a:t>
            </a:r>
          </a:p>
          <a:p>
            <a:endParaRPr sz="1600" dirty="0"/>
          </a:p>
          <a:p>
            <a:r>
              <a:rPr sz="1600" dirty="0"/>
              <a:t>🚀 NEXT STEPS:</a:t>
            </a:r>
          </a:p>
          <a:p>
            <a:r>
              <a:rPr sz="1600" dirty="0"/>
              <a:t>    • Connect to Power BI → Real-time alerts</a:t>
            </a:r>
          </a:p>
          <a:p>
            <a:r>
              <a:rPr sz="1600" dirty="0"/>
              <a:t>    • Integrate with Live System → Daily predictions</a:t>
            </a:r>
          </a:p>
          <a:p>
            <a:r>
              <a:rPr sz="1600" dirty="0"/>
              <a:t>    • Add SHAP Explainability → Show WHY each ticket flagged</a:t>
            </a:r>
          </a:p>
          <a:p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6E2391-995F-BCE0-FC55-587057C64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DD513-B09E-9531-DB85-611BB5C9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🏆 Top Factors Causing SLA Breaches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B4F9A1EC-D630-4CCD-F8DE-567FF7DF6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700" y="244306"/>
            <a:ext cx="6404299" cy="507914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7297F2C-AE34-3C46-C991-6D6AC2D7D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8CDCAD-4996-E9BC-B5B8-56CA30A77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📊 Top 5 Factors — Risk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FB4AE5-0A90-E375-B5D4-50DD0F1FC9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6763" y="969987"/>
            <a:ext cx="5899369" cy="4918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9BA71-16CD-F2DA-9FCA-F55DD5BFF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50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4AD5C-55FE-E8E0-123D-D8161721C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📋 Complete Ranking — All Risk Factors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0FC9D3B-F26F-7AC8-CABB-25C3BA34DA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8351" y="356995"/>
            <a:ext cx="6721887" cy="5919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3BF160-64E1-6EB5-6F0C-96A1E503D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3543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293" y="4386826"/>
            <a:ext cx="8061361" cy="2087426"/>
          </a:xfrm>
          <a:noFill/>
        </p:spPr>
        <p:txBody>
          <a:bodyPr anchor="t">
            <a:normAutofit fontScale="70000" lnSpcReduction="20000"/>
          </a:bodyPr>
          <a:lstStyle/>
          <a:p>
            <a:pPr algn="l">
              <a:lnSpc>
                <a:spcPct val="90000"/>
              </a:lnSpc>
            </a:pPr>
            <a:endParaRPr lang="en-GB" sz="1000" dirty="0">
              <a:solidFill>
                <a:schemeClr val="bg1"/>
              </a:solidFill>
            </a:endParaRPr>
          </a:p>
          <a:p>
            <a:r>
              <a:rPr lang="en-GB" dirty="0"/>
              <a:t>📊 Dashboard Insights &amp; Recommendations:</a:t>
            </a:r>
            <a:endParaRPr lang="en-GB" sz="1000" dirty="0"/>
          </a:p>
          <a:p>
            <a:r>
              <a:rPr lang="en-GB" sz="1000" dirty="0"/>
              <a:t>• </a:t>
            </a:r>
            <a:r>
              <a:rPr lang="en-GB" dirty="0"/>
              <a:t>3,500 total tickets — 754 breached SLA (~21.5%)</a:t>
            </a:r>
            <a:endParaRPr lang="en-GB" sz="1000" dirty="0"/>
          </a:p>
          <a:p>
            <a:r>
              <a:rPr lang="en-GB" sz="1000" dirty="0"/>
              <a:t>• </a:t>
            </a:r>
            <a:r>
              <a:rPr lang="en-GB" dirty="0"/>
              <a:t>Priority 1 has the MOST breaches</a:t>
            </a:r>
            <a:r>
              <a:rPr lang="en-GB" sz="1000" dirty="0"/>
              <a:t> → critical tickets are missing deadlines most often</a:t>
            </a:r>
          </a:p>
          <a:p>
            <a:r>
              <a:rPr lang="en-GB" sz="1000" dirty="0"/>
              <a:t>• </a:t>
            </a:r>
            <a:r>
              <a:rPr lang="en-GB" dirty="0"/>
              <a:t>56% Closed + 38% Resolved = ~94% complete</a:t>
            </a:r>
            <a:r>
              <a:rPr lang="en-GB" sz="1000" dirty="0"/>
              <a:t> → ~6% still Open = focus on clearing Open tickets faster</a:t>
            </a:r>
          </a:p>
          <a:p>
            <a:r>
              <a:rPr lang="en-GB" sz="1000" dirty="0"/>
              <a:t>• </a:t>
            </a:r>
            <a:r>
              <a:rPr lang="en-GB" dirty="0"/>
              <a:t>ACTION:</a:t>
            </a:r>
            <a:r>
              <a:rPr lang="en-GB" sz="1000" dirty="0"/>
              <a:t> Speed up response for Priority 1 tickets AND reduce Open tickets → breaches drop the MOST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94529-2BE7-4A25-AB54-1402881C7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" y="5962"/>
            <a:ext cx="9137825" cy="4329305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317544" y="830625"/>
            <a:ext cx="304800" cy="322326"/>
            <a:chOff x="215328" y="-46937"/>
            <a:chExt cx="304800" cy="2773841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0E439645-7AFF-1D6C-3AF0-399BB5682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9FC93-91D2-123D-3B86-91C4B89DB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1B0981-48D3-5977-E655-4AD604B67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C09754-549D-488F-2A14-36193C72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4B1FE0-82B0-1164-74A2-B9711447E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A7135B-173E-E607-81B9-9D25FE531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0F68151-B8B1-D162-67A4-A24AFA2A3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6ED37-7844-9A19-F1BD-F39D97E8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584714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📋 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B3412D-BBD7-3E6F-2249-657F62BEF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0B59F-1929-72CB-6D94-B3AF1EF65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079" y="658207"/>
            <a:ext cx="5963721" cy="6056700"/>
          </a:xfrm>
        </p:spPr>
        <p:txBody>
          <a:bodyPr>
            <a:normAutofit fontScale="70000" lnSpcReduction="20000"/>
          </a:bodyPr>
          <a:lstStyle/>
          <a:p>
            <a:r>
              <a:rPr lang="en-GB" dirty="0"/>
              <a:t>What We Built</a:t>
            </a:r>
          </a:p>
          <a:p>
            <a:r>
              <a:rPr lang="en-GB" dirty="0"/>
              <a:t>An end-to-end machine learning solution to predict and prevent SLA breaches before they happen — replacing manual spreadsheets with automated predictions, explainability, and live monitoring.</a:t>
            </a:r>
          </a:p>
          <a:p>
            <a:r>
              <a:rPr lang="en-GB" dirty="0"/>
              <a:t>📊 Key Numbers</a:t>
            </a:r>
          </a:p>
          <a:p>
            <a:r>
              <a:rPr lang="en-GB" dirty="0"/>
              <a:t>• 3,500 Tickets Analysed</a:t>
            </a:r>
          </a:p>
          <a:p>
            <a:r>
              <a:rPr lang="en-GB" dirty="0"/>
              <a:t>• 754 SLA Breaches (~21.5%)</a:t>
            </a:r>
          </a:p>
          <a:p>
            <a:r>
              <a:rPr lang="en-GB" dirty="0"/>
              <a:t>• Priority 1 = Highest Risk</a:t>
            </a:r>
          </a:p>
          <a:p>
            <a:r>
              <a:rPr lang="en-GB" dirty="0"/>
              <a:t>• Ticket Status = #1 Predictor</a:t>
            </a:r>
          </a:p>
          <a:p>
            <a:r>
              <a:rPr lang="en-GB" dirty="0"/>
              <a:t>💡 Core Insight</a:t>
            </a:r>
          </a:p>
          <a:p>
            <a:r>
              <a:rPr lang="en-GB" dirty="0"/>
              <a:t>Resolve Priority 1 tickets faster and reduce Open ticket backlog — these two changes will reduce breaches more than anything else.</a:t>
            </a:r>
          </a:p>
          <a:p>
            <a:r>
              <a:rPr lang="en-GB" dirty="0"/>
              <a:t>🚀 Deliverables</a:t>
            </a:r>
          </a:p>
          <a:p>
            <a:r>
              <a:rPr lang="en-GB" dirty="0"/>
              <a:t>✅ Cloud Data Pipeline | ✅ Prediction Model | ✅ Daily Automation | ✅ Explainability Graphs | ✅ Power BI Dashboard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680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DD6E27-6921-69EC-B1CE-EFA90649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77E709E-68D7-33D2-D1B5-9FB99E40C0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812B77-F4EE-57D9-52F1-8B2541F25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E59D66-C30A-07A8-1F1B-EC2382D9F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D03414-8FF0-3A84-F12C-AA5337605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3E30261-05AD-1520-E57C-C472A2D95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456B29-A25D-BF04-CA84-28062101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7" y="173739"/>
            <a:ext cx="2806176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      </a:t>
            </a:r>
            <a:r>
              <a:rPr lang="en-GB" sz="3600" dirty="0"/>
              <a:t>🎯 CONCLUSION &amp; IMPACT</a:t>
            </a:r>
            <a:br>
              <a:rPr lang="en-GB" sz="3600" dirty="0"/>
            </a:b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6C604-003F-7297-F3DE-8BAAA3EA9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4463" y="28298"/>
            <a:ext cx="592885" cy="59288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9BD3D-D425-B64A-706C-67D460A93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079" y="658207"/>
            <a:ext cx="5963721" cy="6503430"/>
          </a:xfrm>
        </p:spPr>
        <p:txBody>
          <a:bodyPr>
            <a:normAutofit fontScale="55000" lnSpcReduction="20000"/>
          </a:bodyPr>
          <a:lstStyle/>
          <a:p>
            <a:r>
              <a:rPr lang="en-GB" dirty="0"/>
              <a:t>✅ What We Delivered:</a:t>
            </a:r>
          </a:p>
          <a:p>
            <a:r>
              <a:rPr lang="en-GB" dirty="0"/>
              <a:t>• End-to-end cloud data pipeline — S3 → Snowflake → Power BI</a:t>
            </a:r>
          </a:p>
          <a:p>
            <a:r>
              <a:rPr lang="en-GB" dirty="0"/>
              <a:t>• </a:t>
            </a:r>
            <a:r>
              <a:rPr lang="en-GB" dirty="0" err="1"/>
              <a:t>XGBoost</a:t>
            </a:r>
            <a:r>
              <a:rPr lang="en-GB" dirty="0"/>
              <a:t> Prediction Model — flags at-risk tickets daily</a:t>
            </a:r>
          </a:p>
          <a:p>
            <a:r>
              <a:rPr lang="en-GB" dirty="0"/>
              <a:t>• Explainability — Ticket Status = #1 Risk Factor</a:t>
            </a:r>
          </a:p>
          <a:p>
            <a:r>
              <a:rPr lang="en-GB" dirty="0"/>
              <a:t>• Live Dashboard — real-time monitoring &amp; SLA tracking</a:t>
            </a:r>
          </a:p>
          <a:p>
            <a:r>
              <a:rPr lang="en-GB" dirty="0"/>
              <a:t>📊 Key Numbers:</a:t>
            </a:r>
          </a:p>
          <a:p>
            <a:r>
              <a:rPr lang="en-GB" dirty="0"/>
              <a:t>• 3,500 Tickets Analysed</a:t>
            </a:r>
          </a:p>
          <a:p>
            <a:r>
              <a:rPr lang="en-GB" dirty="0"/>
              <a:t>• 754 SLA Breaches (~21.5%)</a:t>
            </a:r>
          </a:p>
          <a:p>
            <a:r>
              <a:rPr lang="en-GB" dirty="0"/>
              <a:t>• Priority 1 = Highest Risk</a:t>
            </a:r>
          </a:p>
          <a:p>
            <a:r>
              <a:rPr lang="en-GB" dirty="0"/>
              <a:t>• Fewer Open Tickets = Biggest Improvement</a:t>
            </a:r>
          </a:p>
          <a:p>
            <a:r>
              <a:rPr lang="en-GB" dirty="0"/>
              <a:t>💡 Business Recommendations:</a:t>
            </a:r>
          </a:p>
          <a:p>
            <a:r>
              <a:rPr lang="en-GB" dirty="0"/>
              <a:t>➡️ Resolve Priority 1 tickets faster</a:t>
            </a:r>
          </a:p>
          <a:p>
            <a:r>
              <a:rPr lang="en-GB" dirty="0"/>
              <a:t>➡️ Reduce Open ticket backlog</a:t>
            </a:r>
          </a:p>
          <a:p>
            <a:r>
              <a:rPr lang="en-GB" dirty="0"/>
              <a:t>➡️ Use Dashboard daily to spot risks early</a:t>
            </a:r>
          </a:p>
          <a:p>
            <a:r>
              <a:rPr lang="en-GB" dirty="0"/>
              <a:t>🚀 Next Steps:</a:t>
            </a:r>
          </a:p>
          <a:p>
            <a:r>
              <a:rPr lang="en-GB" dirty="0"/>
              <a:t>• Integrate predictions into live workflow</a:t>
            </a:r>
          </a:p>
          <a:p>
            <a:r>
              <a:rPr lang="en-GB" dirty="0"/>
              <a:t>• Add automated alerts for high-risk tickets</a:t>
            </a:r>
          </a:p>
          <a:p>
            <a:r>
              <a:rPr lang="en-GB" dirty="0"/>
              <a:t>• Retrain model monthly as new data arrives</a:t>
            </a:r>
          </a:p>
          <a:p>
            <a:br>
              <a:rPr lang="en-GB" dirty="0"/>
            </a:br>
            <a:endParaRPr lang="en-GB" dirty="0"/>
          </a:p>
          <a:p>
            <a:r>
              <a:rPr lang="en-GB" i="1" dirty="0"/>
              <a:t>"From reactive tracking → proactive prevention. Saving penalties, protecting service quality."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4995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1476</Words>
  <Application>Microsoft Office PowerPoint</Application>
  <PresentationFormat>On-screen Show (4:3)</PresentationFormat>
  <Paragraphs>228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🩺 NorthBridge Health Services SLA Breach Prediction</vt:lpstr>
      <vt:lpstr>📋 Project Overview</vt:lpstr>
      <vt:lpstr>⚠️ Business Problem</vt:lpstr>
      <vt:lpstr>🏗️ Solution Approach</vt:lpstr>
      <vt:lpstr>📊 Ticket Volume by Hour</vt:lpstr>
      <vt:lpstr>📊 Ticket Volume by Day of Week</vt:lpstr>
      <vt:lpstr>📊 Weekday vs Weekend Risk</vt:lpstr>
      <vt:lpstr>📊 Monthly Volume Trends</vt:lpstr>
      <vt:lpstr>📊 Baseline Model Performance</vt:lpstr>
      <vt:lpstr>📈 Top Influential Factors — Baseline</vt:lpstr>
      <vt:lpstr>📊 Baseline Model Scorecard</vt:lpstr>
      <vt:lpstr>📊 Production Model — XGBoost Performance</vt:lpstr>
      <vt:lpstr>📈 Top Breach Risk Factors — Final</vt:lpstr>
      <vt:lpstr>📊 Production Model Scorecard — XGBoost</vt:lpstr>
      <vt:lpstr>🏆 Baseline vs Production — Comparison</vt:lpstr>
      <vt:lpstr>💡 Key Findings &amp; Business Impact</vt:lpstr>
      <vt:lpstr>✅ Project Complete — Deliverables</vt:lpstr>
      <vt:lpstr>🏆 Top Factors Causing SLA Breaches</vt:lpstr>
      <vt:lpstr>📊 Top 5 Factors — Risk Share</vt:lpstr>
      <vt:lpstr>📋 Complete Ranking — All Risk Factors</vt:lpstr>
      <vt:lpstr>PowerPoint Presentation</vt:lpstr>
      <vt:lpstr>      📋 Conclusion</vt:lpstr>
      <vt:lpstr>        🎯 CONCLUSION &amp; IMPACT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Samson Onipede</dc:creator>
  <cp:keywords/>
  <dc:description>generated using python-pptx</dc:description>
  <cp:lastModifiedBy>Samson Onipede</cp:lastModifiedBy>
  <cp:revision>2</cp:revision>
  <dcterms:created xsi:type="dcterms:W3CDTF">2013-01-27T09:14:16Z</dcterms:created>
  <dcterms:modified xsi:type="dcterms:W3CDTF">2026-09-15T18:40:30Z</dcterms:modified>
  <cp:category/>
</cp:coreProperties>
</file>